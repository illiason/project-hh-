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80" r:id="rId5"/>
    <p:sldId id="278" r:id="rId6"/>
    <p:sldId id="279" r:id="rId7"/>
    <p:sldId id="267" r:id="rId8"/>
    <p:sldId id="269" r:id="rId9"/>
    <p:sldId id="281" r:id="rId10"/>
    <p:sldId id="274" r:id="rId11"/>
    <p:sldId id="260" r:id="rId12"/>
    <p:sldId id="27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6D83E-A022-FAA1-6257-F54F632E5491}" v="3" dt="2026-03-24T21:22:25.709"/>
    <p1510:client id="{21185CEC-334C-8052-9ACB-92A33DD17EDF}" v="5" dt="2026-03-24T21:21:58.837"/>
    <p1510:client id="{2343F3CA-B15E-69EE-2143-4AEE4842EB46}" v="3" dt="2026-03-25T21:02:31.786"/>
    <p1510:client id="{2C56ACDC-0F65-7BAD-3182-81DB0EF21BDD}" v="151" dt="2026-03-25T20:38:13.575"/>
    <p1510:client id="{2C707A0E-38F6-35D3-F375-5CA0E4010C13}" v="7" dt="2026-03-25T21:51:29.167"/>
    <p1510:client id="{3BE2FD7C-3785-A630-E5D9-331AABC0C6B7}" v="33" dt="2026-03-26T08:09:10.955"/>
    <p1510:client id="{44425A6B-A84D-27DE-7AD8-AEE0ADF4B4ED}" v="4" dt="2026-03-24T21:21:35.033"/>
    <p1510:client id="{464BE907-F1B4-C8E0-613A-FACAEAEC6118}" v="3" dt="2026-03-24T21:21:18.805"/>
    <p1510:client id="{4B3BD71D-0BC9-12ED-39E7-3AB405AA5EE3}" v="2" dt="2026-03-24T21:22:11.057"/>
    <p1510:client id="{4D64AF0A-D861-B284-22FC-10C48A7F4D25}" v="424" dt="2026-03-24T22:55:33.982"/>
    <p1510:client id="{5F8BE676-FFFE-7C53-71C0-10C05D37597E}" v="335" dt="2026-03-25T21:50:55.500"/>
    <p1510:client id="{7FA3C7CD-EDD8-3D1E-A90F-22CDF88195D1}" v="38" dt="2026-03-25T20:37:01.346"/>
    <p1510:client id="{7FF25D14-86DA-DC49-3DE5-78765F345E28}" v="244" dt="2026-03-25T20:02:32.133"/>
    <p1510:client id="{8BC30CB2-6C07-F818-9EFA-195D5573A7F7}" v="304" dt="2026-03-25T21:36:53.891"/>
    <p1510:client id="{BC7246CA-5E05-6FC8-6DAF-6FF0DB7AF399}" v="348" dt="2026-03-25T21:32:56.849"/>
    <p1510:client id="{C9BCF387-3C03-6465-B2CE-D95C5CF7EC5D}" v="17" dt="2026-03-24T21:21:10.651"/>
    <p1510:client id="{D0474885-1061-4904-B288-76D19DF0380C}" v="123" dt="2026-03-24T21:25:30.050"/>
    <p1510:client id="{DDC1CABE-8F14-3734-B8A1-2B6E8E3466F0}" v="1" dt="2026-03-24T21:23:42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00227373 Emmanuel Fulfilled" userId="43c94976-392e-49d8-a2bf-89b6f35d632f" providerId="ADAL" clId="{828DE9B3-7CF4-40DC-AAB1-4A9EB0FCCEA2}"/>
    <pc:docChg chg="custSel modSld">
      <pc:chgData name="X00227373 Emmanuel Fulfilled" userId="43c94976-392e-49d8-a2bf-89b6f35d632f" providerId="ADAL" clId="{828DE9B3-7CF4-40DC-AAB1-4A9EB0FCCEA2}" dt="2026-03-24T21:25:30.050" v="122" actId="20577"/>
      <pc:docMkLst>
        <pc:docMk/>
      </pc:docMkLst>
      <pc:sldChg chg="modSp mod">
        <pc:chgData name="X00227373 Emmanuel Fulfilled" userId="43c94976-392e-49d8-a2bf-89b6f35d632f" providerId="ADAL" clId="{828DE9B3-7CF4-40DC-AAB1-4A9EB0FCCEA2}" dt="2026-03-24T21:25:30.050" v="122" actId="20577"/>
        <pc:sldMkLst>
          <pc:docMk/>
          <pc:sldMk cId="0" sldId="256"/>
        </pc:sldMkLst>
        <pc:spChg chg="mod">
          <ac:chgData name="X00227373 Emmanuel Fulfilled" userId="43c94976-392e-49d8-a2bf-89b6f35d632f" providerId="ADAL" clId="{828DE9B3-7CF4-40DC-AAB1-4A9EB0FCCEA2}" dt="2026-03-24T21:25:30.050" v="122" actId="20577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X00227373 Emmanuel Fulfilled" userId="S::x00227373@mytudublin.ie::43c94976-392e-49d8-a2bf-89b6f35d632f" providerId="AD" clId="Web-{C9BCF387-3C03-6465-B2CE-D95C5CF7EC5D}"/>
    <pc:docChg chg="modSld">
      <pc:chgData name="X00227373 Emmanuel Fulfilled" userId="S::x00227373@mytudublin.ie::43c94976-392e-49d8-a2bf-89b6f35d632f" providerId="AD" clId="Web-{C9BCF387-3C03-6465-B2CE-D95C5CF7EC5D}" dt="2026-03-24T21:21:10.651" v="16" actId="20577"/>
      <pc:docMkLst>
        <pc:docMk/>
      </pc:docMkLst>
      <pc:sldChg chg="modSp">
        <pc:chgData name="X00227373 Emmanuel Fulfilled" userId="S::x00227373@mytudublin.ie::43c94976-392e-49d8-a2bf-89b6f35d632f" providerId="AD" clId="Web-{C9BCF387-3C03-6465-B2CE-D95C5CF7EC5D}" dt="2026-03-24T21:21:10.651" v="16" actId="20577"/>
        <pc:sldMkLst>
          <pc:docMk/>
          <pc:sldMk cId="0" sldId="256"/>
        </pc:sldMkLst>
        <pc:spChg chg="mod">
          <ac:chgData name="X00227373 Emmanuel Fulfilled" userId="S::x00227373@mytudublin.ie::43c94976-392e-49d8-a2bf-89b6f35d632f" providerId="AD" clId="Web-{C9BCF387-3C03-6465-B2CE-D95C5CF7EC5D}" dt="2026-03-24T21:21:07.854" v="13" actId="20577"/>
          <ac:spMkLst>
            <pc:docMk/>
            <pc:sldMk cId="0" sldId="256"/>
            <ac:spMk id="238" creationId="{00000000-0000-0000-0000-000000000000}"/>
          </ac:spMkLst>
        </pc:spChg>
        <pc:spChg chg="mod">
          <ac:chgData name="X00227373 Emmanuel Fulfilled" userId="S::x00227373@mytudublin.ie::43c94976-392e-49d8-a2bf-89b6f35d632f" providerId="AD" clId="Web-{C9BCF387-3C03-6465-B2CE-D95C5CF7EC5D}" dt="2026-03-24T21:21:10.651" v="16" actId="20577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X00226717 Leo Ennis" userId="S::x00226717@mytudublin.ie::5ac98a8f-c0fc-4808-8bba-6b37ba6c919f" providerId="AD" clId="Web-{2C707A0E-38F6-35D3-F375-5CA0E4010C13}"/>
    <pc:docChg chg="modSld">
      <pc:chgData name="X00226717 Leo Ennis" userId="S::x00226717@mytudublin.ie::5ac98a8f-c0fc-4808-8bba-6b37ba6c919f" providerId="AD" clId="Web-{2C707A0E-38F6-35D3-F375-5CA0E4010C13}" dt="2026-03-25T21:51:29.167" v="6" actId="1076"/>
      <pc:docMkLst>
        <pc:docMk/>
      </pc:docMkLst>
      <pc:sldChg chg="addSp delSp modSp">
        <pc:chgData name="X00226717 Leo Ennis" userId="S::x00226717@mytudublin.ie::5ac98a8f-c0fc-4808-8bba-6b37ba6c919f" providerId="AD" clId="Web-{2C707A0E-38F6-35D3-F375-5CA0E4010C13}" dt="2026-03-25T21:39:58.741" v="5" actId="1076"/>
        <pc:sldMkLst>
          <pc:docMk/>
          <pc:sldMk cId="0" sldId="269"/>
        </pc:sldMkLst>
        <pc:spChg chg="add del mod">
          <ac:chgData name="X00226717 Leo Ennis" userId="S::x00226717@mytudublin.ie::5ac98a8f-c0fc-4808-8bba-6b37ba6c919f" providerId="AD" clId="Web-{2C707A0E-38F6-35D3-F375-5CA0E4010C13}" dt="2026-03-25T21:39:35.131" v="4"/>
          <ac:spMkLst>
            <pc:docMk/>
            <pc:sldMk cId="0" sldId="269"/>
            <ac:spMk id="4" creationId="{2D421EC5-30E7-A203-B02F-D7B24AD06CE8}"/>
          </ac:spMkLst>
        </pc:spChg>
        <pc:spChg chg="mod">
          <ac:chgData name="X00226717 Leo Ennis" userId="S::x00226717@mytudublin.ie::5ac98a8f-c0fc-4808-8bba-6b37ba6c919f" providerId="AD" clId="Web-{2C707A0E-38F6-35D3-F375-5CA0E4010C13}" dt="2026-03-25T21:39:58.741" v="5" actId="1076"/>
          <ac:spMkLst>
            <pc:docMk/>
            <pc:sldMk cId="0" sldId="269"/>
            <ac:spMk id="293" creationId="{00000000-0000-0000-0000-000000000000}"/>
          </ac:spMkLst>
        </pc:spChg>
        <pc:spChg chg="del">
          <ac:chgData name="X00226717 Leo Ennis" userId="S::x00226717@mytudublin.ie::5ac98a8f-c0fc-4808-8bba-6b37ba6c919f" providerId="AD" clId="Web-{2C707A0E-38F6-35D3-F375-5CA0E4010C13}" dt="2026-03-25T21:39:29.366" v="3"/>
          <ac:spMkLst>
            <pc:docMk/>
            <pc:sldMk cId="0" sldId="269"/>
            <ac:spMk id="294" creationId="{00000000-0000-0000-0000-000000000000}"/>
          </ac:spMkLst>
        </pc:spChg>
      </pc:sldChg>
      <pc:sldChg chg="modSp">
        <pc:chgData name="X00226717 Leo Ennis" userId="S::x00226717@mytudublin.ie::5ac98a8f-c0fc-4808-8bba-6b37ba6c919f" providerId="AD" clId="Web-{2C707A0E-38F6-35D3-F375-5CA0E4010C13}" dt="2026-03-25T21:51:29.167" v="6" actId="1076"/>
        <pc:sldMkLst>
          <pc:docMk/>
          <pc:sldMk cId="2494604415" sldId="281"/>
        </pc:sldMkLst>
        <pc:spChg chg="mod">
          <ac:chgData name="X00226717 Leo Ennis" userId="S::x00226717@mytudublin.ie::5ac98a8f-c0fc-4808-8bba-6b37ba6c919f" providerId="AD" clId="Web-{2C707A0E-38F6-35D3-F375-5CA0E4010C13}" dt="2026-03-25T21:34:22.202" v="2" actId="14100"/>
          <ac:spMkLst>
            <pc:docMk/>
            <pc:sldMk cId="2494604415" sldId="281"/>
            <ac:spMk id="3" creationId="{B6E381A2-6BD5-E9AC-C848-51812183D384}"/>
          </ac:spMkLst>
        </pc:spChg>
        <pc:picChg chg="mod">
          <ac:chgData name="X00226717 Leo Ennis" userId="S::x00226717@mytudublin.ie::5ac98a8f-c0fc-4808-8bba-6b37ba6c919f" providerId="AD" clId="Web-{2C707A0E-38F6-35D3-F375-5CA0E4010C13}" dt="2026-03-25T21:51:29.167" v="6" actId="1076"/>
          <ac:picMkLst>
            <pc:docMk/>
            <pc:sldMk cId="2494604415" sldId="281"/>
            <ac:picMk id="5" creationId="{0E1B667B-FE58-4CE7-F9F4-E1B44429DBBF}"/>
          </ac:picMkLst>
        </pc:picChg>
      </pc:sldChg>
    </pc:docChg>
  </pc:docChgLst>
  <pc:docChgLst>
    <pc:chgData name="X00227373 Emmanuel Fulfilled" userId="S::x00227373@mytudublin.ie::43c94976-392e-49d8-a2bf-89b6f35d632f" providerId="AD" clId="Web-{464BE907-F1B4-C8E0-613A-FACAEAEC6118}"/>
    <pc:docChg chg="modSld">
      <pc:chgData name="X00227373 Emmanuel Fulfilled" userId="S::x00227373@mytudublin.ie::43c94976-392e-49d8-a2bf-89b6f35d632f" providerId="AD" clId="Web-{464BE907-F1B4-C8E0-613A-FACAEAEC6118}" dt="2026-03-24T21:21:18.805" v="2" actId="20577"/>
      <pc:docMkLst>
        <pc:docMk/>
      </pc:docMkLst>
      <pc:sldChg chg="modSp">
        <pc:chgData name="X00227373 Emmanuel Fulfilled" userId="S::x00227373@mytudublin.ie::43c94976-392e-49d8-a2bf-89b6f35d632f" providerId="AD" clId="Web-{464BE907-F1B4-C8E0-613A-FACAEAEC6118}" dt="2026-03-24T21:21:18.805" v="2" actId="20577"/>
        <pc:sldMkLst>
          <pc:docMk/>
          <pc:sldMk cId="0" sldId="256"/>
        </pc:sldMkLst>
        <pc:spChg chg="mod">
          <ac:chgData name="X00227373 Emmanuel Fulfilled" userId="S::x00227373@mytudublin.ie::43c94976-392e-49d8-a2bf-89b6f35d632f" providerId="AD" clId="Web-{464BE907-F1B4-C8E0-613A-FACAEAEC6118}" dt="2026-03-24T21:21:18.805" v="2" actId="20577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X00220405 Illia Lysennyi" userId="S::x00220405@mytudublin.ie::669ed758-3929-4c31-981a-decee79f9127" providerId="AD" clId="Web-{A69889F4-35D1-8517-70E6-A50CFE114906}"/>
    <pc:docChg chg="modSld">
      <pc:chgData name="X00220405 Illia Lysennyi" userId="S::x00220405@mytudublin.ie::669ed758-3929-4c31-981a-decee79f9127" providerId="AD" clId="Web-{A69889F4-35D1-8517-70E6-A50CFE114906}" dt="2026-03-22T19:43:43.684" v="5" actId="1076"/>
      <pc:docMkLst>
        <pc:docMk/>
      </pc:docMkLst>
      <pc:sldChg chg="modSp">
        <pc:chgData name="X00220405 Illia Lysennyi" userId="S::x00220405@mytudublin.ie::669ed758-3929-4c31-981a-decee79f9127" providerId="AD" clId="Web-{A69889F4-35D1-8517-70E6-A50CFE114906}" dt="2026-03-22T19:43:06.698" v="4" actId="20577"/>
        <pc:sldMkLst>
          <pc:docMk/>
          <pc:sldMk cId="0" sldId="268"/>
        </pc:sldMkLst>
        <pc:spChg chg="mod">
          <ac:chgData name="X00220405 Illia Lysennyi" userId="S::x00220405@mytudublin.ie::669ed758-3929-4c31-981a-decee79f9127" providerId="AD" clId="Web-{A69889F4-35D1-8517-70E6-A50CFE114906}" dt="2026-03-22T19:43:06.698" v="4" actId="20577"/>
          <ac:spMkLst>
            <pc:docMk/>
            <pc:sldMk cId="0" sldId="268"/>
            <ac:spMk id="291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A69889F4-35D1-8517-70E6-A50CFE114906}" dt="2026-03-22T19:43:43.684" v="5" actId="1076"/>
        <pc:sldMkLst>
          <pc:docMk/>
          <pc:sldMk cId="13715524" sldId="277"/>
        </pc:sldMkLst>
        <pc:cxnChg chg="mod">
          <ac:chgData name="X00220405 Illia Lysennyi" userId="S::x00220405@mytudublin.ie::669ed758-3929-4c31-981a-decee79f9127" providerId="AD" clId="Web-{A69889F4-35D1-8517-70E6-A50CFE114906}" dt="2026-03-22T19:43:43.684" v="5" actId="1076"/>
          <ac:cxnSpMkLst>
            <pc:docMk/>
            <pc:sldMk cId="13715524" sldId="277"/>
            <ac:cxnSpMk id="240" creationId="{8A0FF429-C2A5-3AA6-CE17-D272A0A3096E}"/>
          </ac:cxnSpMkLst>
        </pc:cxnChg>
      </pc:sldChg>
    </pc:docChg>
  </pc:docChgLst>
  <pc:docChgLst>
    <pc:chgData name="X00227373 Emmanuel Fulfilled" userId="S::x00227373@mytudublin.ie::43c94976-392e-49d8-a2bf-89b6f35d632f" providerId="AD" clId="Web-{7FA3C7CD-EDD8-3D1E-A90F-22CDF88195D1}"/>
    <pc:docChg chg="addSld modSld">
      <pc:chgData name="X00227373 Emmanuel Fulfilled" userId="S::x00227373@mytudublin.ie::43c94976-392e-49d8-a2bf-89b6f35d632f" providerId="AD" clId="Web-{7FA3C7CD-EDD8-3D1E-A90F-22CDF88195D1}" dt="2026-03-25T20:37:01.346" v="37" actId="20577"/>
      <pc:docMkLst>
        <pc:docMk/>
      </pc:docMkLst>
      <pc:sldChg chg="modSp add replId">
        <pc:chgData name="X00227373 Emmanuel Fulfilled" userId="S::x00227373@mytudublin.ie::43c94976-392e-49d8-a2bf-89b6f35d632f" providerId="AD" clId="Web-{7FA3C7CD-EDD8-3D1E-A90F-22CDF88195D1}" dt="2026-03-25T20:37:01.346" v="37" actId="20577"/>
        <pc:sldMkLst>
          <pc:docMk/>
          <pc:sldMk cId="3212114381" sldId="279"/>
        </pc:sldMkLst>
        <pc:spChg chg="mod">
          <ac:chgData name="X00227373 Emmanuel Fulfilled" userId="S::x00227373@mytudublin.ie::43c94976-392e-49d8-a2bf-89b6f35d632f" providerId="AD" clId="Web-{7FA3C7CD-EDD8-3D1E-A90F-22CDF88195D1}" dt="2026-03-25T20:35:25.376" v="22" actId="20577"/>
          <ac:spMkLst>
            <pc:docMk/>
            <pc:sldMk cId="3212114381" sldId="279"/>
            <ac:spMk id="2" creationId="{916C09A9-3D30-217C-A84D-08F2F7F3379B}"/>
          </ac:spMkLst>
        </pc:spChg>
        <pc:spChg chg="mod">
          <ac:chgData name="X00227373 Emmanuel Fulfilled" userId="S::x00227373@mytudublin.ie::43c94976-392e-49d8-a2bf-89b6f35d632f" providerId="AD" clId="Web-{7FA3C7CD-EDD8-3D1E-A90F-22CDF88195D1}" dt="2026-03-25T20:37:01.346" v="37" actId="20577"/>
          <ac:spMkLst>
            <pc:docMk/>
            <pc:sldMk cId="3212114381" sldId="279"/>
            <ac:spMk id="3" creationId="{98EB65CF-3943-0E03-A789-E21CC41BB8D7}"/>
          </ac:spMkLst>
        </pc:spChg>
      </pc:sldChg>
    </pc:docChg>
  </pc:docChgLst>
  <pc:docChgLst>
    <pc:chgData name="X00227373 Emmanuel Fulfilled" userId="S::x00227373@mytudublin.ie::43c94976-392e-49d8-a2bf-89b6f35d632f" providerId="AD" clId="Web-{44425A6B-A84D-27DE-7AD8-AEE0ADF4B4ED}"/>
    <pc:docChg chg="modSld">
      <pc:chgData name="X00227373 Emmanuel Fulfilled" userId="S::x00227373@mytudublin.ie::43c94976-392e-49d8-a2bf-89b6f35d632f" providerId="AD" clId="Web-{44425A6B-A84D-27DE-7AD8-AEE0ADF4B4ED}" dt="2026-03-24T21:21:35.033" v="3" actId="20577"/>
      <pc:docMkLst>
        <pc:docMk/>
      </pc:docMkLst>
      <pc:sldChg chg="modSp">
        <pc:chgData name="X00227373 Emmanuel Fulfilled" userId="S::x00227373@mytudublin.ie::43c94976-392e-49d8-a2bf-89b6f35d632f" providerId="AD" clId="Web-{44425A6B-A84D-27DE-7AD8-AEE0ADF4B4ED}" dt="2026-03-24T21:21:35.033" v="3" actId="20577"/>
        <pc:sldMkLst>
          <pc:docMk/>
          <pc:sldMk cId="0" sldId="256"/>
        </pc:sldMkLst>
        <pc:spChg chg="mod">
          <ac:chgData name="X00227373 Emmanuel Fulfilled" userId="S::x00227373@mytudublin.ie::43c94976-392e-49d8-a2bf-89b6f35d632f" providerId="AD" clId="Web-{44425A6B-A84D-27DE-7AD8-AEE0ADF4B4ED}" dt="2026-03-24T21:21:35.033" v="3" actId="20577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X00227373 Emmanuel Fulfilled" userId="S::x00227373@mytudublin.ie::43c94976-392e-49d8-a2bf-89b6f35d632f" providerId="AD" clId="Web-{4B3BD71D-0BC9-12ED-39E7-3AB405AA5EE3}"/>
    <pc:docChg chg="modSld">
      <pc:chgData name="X00227373 Emmanuel Fulfilled" userId="S::x00227373@mytudublin.ie::43c94976-392e-49d8-a2bf-89b6f35d632f" providerId="AD" clId="Web-{4B3BD71D-0BC9-12ED-39E7-3AB405AA5EE3}" dt="2026-03-24T21:22:11.057" v="1" actId="20577"/>
      <pc:docMkLst>
        <pc:docMk/>
      </pc:docMkLst>
      <pc:sldChg chg="modSp">
        <pc:chgData name="X00227373 Emmanuel Fulfilled" userId="S::x00227373@mytudublin.ie::43c94976-392e-49d8-a2bf-89b6f35d632f" providerId="AD" clId="Web-{4B3BD71D-0BC9-12ED-39E7-3AB405AA5EE3}" dt="2026-03-24T21:22:11.057" v="1" actId="20577"/>
        <pc:sldMkLst>
          <pc:docMk/>
          <pc:sldMk cId="0" sldId="256"/>
        </pc:sldMkLst>
        <pc:spChg chg="mod">
          <ac:chgData name="X00227373 Emmanuel Fulfilled" userId="S::x00227373@mytudublin.ie::43c94976-392e-49d8-a2bf-89b6f35d632f" providerId="AD" clId="Web-{4B3BD71D-0BC9-12ED-39E7-3AB405AA5EE3}" dt="2026-03-24T21:22:11.057" v="1" actId="20577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X00227373 Emmanuel Fulfilled" userId="S::x00227373@mytudublin.ie::43c94976-392e-49d8-a2bf-89b6f35d632f" providerId="AD" clId="Web-{DDC1CABE-8F14-3734-B8A1-2B6E8E3466F0}"/>
    <pc:docChg chg="modSld">
      <pc:chgData name="X00227373 Emmanuel Fulfilled" userId="S::x00227373@mytudublin.ie::43c94976-392e-49d8-a2bf-89b6f35d632f" providerId="AD" clId="Web-{DDC1CABE-8F14-3734-B8A1-2B6E8E3466F0}" dt="2026-03-24T21:23:42.999" v="0" actId="20577"/>
      <pc:docMkLst>
        <pc:docMk/>
      </pc:docMkLst>
      <pc:sldChg chg="modSp">
        <pc:chgData name="X00227373 Emmanuel Fulfilled" userId="S::x00227373@mytudublin.ie::43c94976-392e-49d8-a2bf-89b6f35d632f" providerId="AD" clId="Web-{DDC1CABE-8F14-3734-B8A1-2B6E8E3466F0}" dt="2026-03-24T21:23:42.999" v="0" actId="20577"/>
        <pc:sldMkLst>
          <pc:docMk/>
          <pc:sldMk cId="0" sldId="256"/>
        </pc:sldMkLst>
        <pc:spChg chg="mod">
          <ac:chgData name="X00227373 Emmanuel Fulfilled" userId="S::x00227373@mytudublin.ie::43c94976-392e-49d8-a2bf-89b6f35d632f" providerId="AD" clId="Web-{DDC1CABE-8F14-3734-B8A1-2B6E8E3466F0}" dt="2026-03-24T21:23:42.999" v="0" actId="20577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X00226717 Leo Ennis" userId="S::x00226717@mytudublin.ie::5ac98a8f-c0fc-4808-8bba-6b37ba6c919f" providerId="AD" clId="Web-{2343F3CA-B15E-69EE-2143-4AEE4842EB46}"/>
    <pc:docChg chg="modSld">
      <pc:chgData name="X00226717 Leo Ennis" userId="S::x00226717@mytudublin.ie::5ac98a8f-c0fc-4808-8bba-6b37ba6c919f" providerId="AD" clId="Web-{2343F3CA-B15E-69EE-2143-4AEE4842EB46}" dt="2026-03-25T21:02:31.786" v="2" actId="1076"/>
      <pc:docMkLst>
        <pc:docMk/>
      </pc:docMkLst>
      <pc:sldChg chg="modSp">
        <pc:chgData name="X00226717 Leo Ennis" userId="S::x00226717@mytudublin.ie::5ac98a8f-c0fc-4808-8bba-6b37ba6c919f" providerId="AD" clId="Web-{2343F3CA-B15E-69EE-2143-4AEE4842EB46}" dt="2026-03-25T21:02:31.786" v="2" actId="1076"/>
        <pc:sldMkLst>
          <pc:docMk/>
          <pc:sldMk cId="0" sldId="257"/>
        </pc:sldMkLst>
        <pc:spChg chg="mod">
          <ac:chgData name="X00226717 Leo Ennis" userId="S::x00226717@mytudublin.ie::5ac98a8f-c0fc-4808-8bba-6b37ba6c919f" providerId="AD" clId="Web-{2343F3CA-B15E-69EE-2143-4AEE4842EB46}" dt="2026-03-25T21:02:26.895" v="1" actId="1076"/>
          <ac:spMkLst>
            <pc:docMk/>
            <pc:sldMk cId="0" sldId="257"/>
            <ac:spMk id="263" creationId="{00000000-0000-0000-0000-000000000000}"/>
          </ac:spMkLst>
        </pc:spChg>
        <pc:spChg chg="mod">
          <ac:chgData name="X00226717 Leo Ennis" userId="S::x00226717@mytudublin.ie::5ac98a8f-c0fc-4808-8bba-6b37ba6c919f" providerId="AD" clId="Web-{2343F3CA-B15E-69EE-2143-4AEE4842EB46}" dt="2026-03-25T21:02:31.786" v="2" actId="1076"/>
          <ac:spMkLst>
            <pc:docMk/>
            <pc:sldMk cId="0" sldId="257"/>
            <ac:spMk id="264" creationId="{00000000-0000-0000-0000-000000000000}"/>
          </ac:spMkLst>
        </pc:spChg>
      </pc:sldChg>
    </pc:docChg>
  </pc:docChgLst>
  <pc:docChgLst>
    <pc:chgData name="X00226717 Leo Ennis" userId="S::x00226717@mytudublin.ie::5ac98a8f-c0fc-4808-8bba-6b37ba6c919f" providerId="AD" clId="Web-{BC7246CA-5E05-6FC8-6DAF-6FF0DB7AF399}"/>
    <pc:docChg chg="addSld modSld">
      <pc:chgData name="X00226717 Leo Ennis" userId="S::x00226717@mytudublin.ie::5ac98a8f-c0fc-4808-8bba-6b37ba6c919f" providerId="AD" clId="Web-{BC7246CA-5E05-6FC8-6DAF-6FF0DB7AF399}" dt="2026-03-25T21:32:56.849" v="324" actId="1076"/>
      <pc:docMkLst>
        <pc:docMk/>
      </pc:docMkLst>
      <pc:sldChg chg="modSp">
        <pc:chgData name="X00226717 Leo Ennis" userId="S::x00226717@mytudublin.ie::5ac98a8f-c0fc-4808-8bba-6b37ba6c919f" providerId="AD" clId="Web-{BC7246CA-5E05-6FC8-6DAF-6FF0DB7AF399}" dt="2026-03-25T21:15:05.567" v="262" actId="20577"/>
        <pc:sldMkLst>
          <pc:docMk/>
          <pc:sldMk cId="0" sldId="257"/>
        </pc:sldMkLst>
        <pc:spChg chg="mod">
          <ac:chgData name="X00226717 Leo Ennis" userId="S::x00226717@mytudublin.ie::5ac98a8f-c0fc-4808-8bba-6b37ba6c919f" providerId="AD" clId="Web-{BC7246CA-5E05-6FC8-6DAF-6FF0DB7AF399}" dt="2026-03-25T21:15:05.567" v="262" actId="20577"/>
          <ac:spMkLst>
            <pc:docMk/>
            <pc:sldMk cId="0" sldId="257"/>
            <ac:spMk id="264" creationId="{00000000-0000-0000-0000-000000000000}"/>
          </ac:spMkLst>
        </pc:spChg>
      </pc:sldChg>
      <pc:sldChg chg="modSp">
        <pc:chgData name="X00226717 Leo Ennis" userId="S::x00226717@mytudublin.ie::5ac98a8f-c0fc-4808-8bba-6b37ba6c919f" providerId="AD" clId="Web-{BC7246CA-5E05-6FC8-6DAF-6FF0DB7AF399}" dt="2026-03-25T21:28:10.927" v="300" actId="20577"/>
        <pc:sldMkLst>
          <pc:docMk/>
          <pc:sldMk cId="0" sldId="260"/>
        </pc:sldMkLst>
        <pc:spChg chg="mod">
          <ac:chgData name="X00226717 Leo Ennis" userId="S::x00226717@mytudublin.ie::5ac98a8f-c0fc-4808-8bba-6b37ba6c919f" providerId="AD" clId="Web-{BC7246CA-5E05-6FC8-6DAF-6FF0DB7AF399}" dt="2026-03-25T21:28:10.927" v="300" actId="20577"/>
          <ac:spMkLst>
            <pc:docMk/>
            <pc:sldMk cId="0" sldId="260"/>
            <ac:spMk id="2" creationId="{3B2ADC67-8819-CE34-D4C9-05C7C23CA49D}"/>
          </ac:spMkLst>
        </pc:spChg>
      </pc:sldChg>
      <pc:sldChg chg="modSp">
        <pc:chgData name="X00226717 Leo Ennis" userId="S::x00226717@mytudublin.ie::5ac98a8f-c0fc-4808-8bba-6b37ba6c919f" providerId="AD" clId="Web-{BC7246CA-5E05-6FC8-6DAF-6FF0DB7AF399}" dt="2026-03-25T21:30:09.937" v="306" actId="20577"/>
        <pc:sldMkLst>
          <pc:docMk/>
          <pc:sldMk cId="0" sldId="267"/>
        </pc:sldMkLst>
        <pc:spChg chg="mod">
          <ac:chgData name="X00226717 Leo Ennis" userId="S::x00226717@mytudublin.ie::5ac98a8f-c0fc-4808-8bba-6b37ba6c919f" providerId="AD" clId="Web-{BC7246CA-5E05-6FC8-6DAF-6FF0DB7AF399}" dt="2026-03-25T21:30:09.937" v="306" actId="20577"/>
          <ac:spMkLst>
            <pc:docMk/>
            <pc:sldMk cId="0" sldId="267"/>
            <ac:spMk id="289" creationId="{00000000-0000-0000-0000-000000000000}"/>
          </ac:spMkLst>
        </pc:spChg>
      </pc:sldChg>
      <pc:sldChg chg="modSp">
        <pc:chgData name="X00226717 Leo Ennis" userId="S::x00226717@mytudublin.ie::5ac98a8f-c0fc-4808-8bba-6b37ba6c919f" providerId="AD" clId="Web-{BC7246CA-5E05-6FC8-6DAF-6FF0DB7AF399}" dt="2026-03-25T21:15:50.646" v="266" actId="20577"/>
        <pc:sldMkLst>
          <pc:docMk/>
          <pc:sldMk cId="2475089894" sldId="278"/>
        </pc:sldMkLst>
        <pc:spChg chg="mod">
          <ac:chgData name="X00226717 Leo Ennis" userId="S::x00226717@mytudublin.ie::5ac98a8f-c0fc-4808-8bba-6b37ba6c919f" providerId="AD" clId="Web-{BC7246CA-5E05-6FC8-6DAF-6FF0DB7AF399}" dt="2026-03-25T21:15:50.646" v="266" actId="20577"/>
          <ac:spMkLst>
            <pc:docMk/>
            <pc:sldMk cId="2475089894" sldId="278"/>
            <ac:spMk id="3" creationId="{B6143A6C-9064-517D-7094-7E82354DB976}"/>
          </ac:spMkLst>
        </pc:spChg>
      </pc:sldChg>
      <pc:sldChg chg="modSp new">
        <pc:chgData name="X00226717 Leo Ennis" userId="S::x00226717@mytudublin.ie::5ac98a8f-c0fc-4808-8bba-6b37ba6c919f" providerId="AD" clId="Web-{BC7246CA-5E05-6FC8-6DAF-6FF0DB7AF399}" dt="2026-03-25T21:32:56.849" v="324" actId="1076"/>
        <pc:sldMkLst>
          <pc:docMk/>
          <pc:sldMk cId="2494604415" sldId="281"/>
        </pc:sldMkLst>
        <pc:spChg chg="mod">
          <ac:chgData name="X00226717 Leo Ennis" userId="S::x00226717@mytudublin.ie::5ac98a8f-c0fc-4808-8bba-6b37ba6c919f" providerId="AD" clId="Web-{BC7246CA-5E05-6FC8-6DAF-6FF0DB7AF399}" dt="2026-03-25T21:32:52.256" v="323" actId="14100"/>
          <ac:spMkLst>
            <pc:docMk/>
            <pc:sldMk cId="2494604415" sldId="281"/>
            <ac:spMk id="2" creationId="{E30E89FA-A643-BD88-C723-5EEB31A53F5D}"/>
          </ac:spMkLst>
        </pc:spChg>
        <pc:spChg chg="mod">
          <ac:chgData name="X00226717 Leo Ennis" userId="S::x00226717@mytudublin.ie::5ac98a8f-c0fc-4808-8bba-6b37ba6c919f" providerId="AD" clId="Web-{BC7246CA-5E05-6FC8-6DAF-6FF0DB7AF399}" dt="2026-03-25T21:32:56.849" v="324" actId="1076"/>
          <ac:spMkLst>
            <pc:docMk/>
            <pc:sldMk cId="2494604415" sldId="281"/>
            <ac:spMk id="3" creationId="{B6E381A2-6BD5-E9AC-C848-51812183D384}"/>
          </ac:spMkLst>
        </pc:spChg>
      </pc:sldChg>
    </pc:docChg>
  </pc:docChgLst>
  <pc:docChgLst>
    <pc:chgData name="X00220405 Illia Lysennyi" userId="S::x00220405@mytudublin.ie::669ed758-3929-4c31-981a-decee79f9127" providerId="AD" clId="Web-{3BE2FD7C-3785-A630-E5D9-331AABC0C6B7}"/>
    <pc:docChg chg="delSld modSld">
      <pc:chgData name="X00220405 Illia Lysennyi" userId="S::x00220405@mytudublin.ie::669ed758-3929-4c31-981a-decee79f9127" providerId="AD" clId="Web-{3BE2FD7C-3785-A630-E5D9-331AABC0C6B7}" dt="2026-03-26T08:09:10.955" v="31"/>
      <pc:docMkLst>
        <pc:docMk/>
      </pc:docMkLst>
      <pc:sldChg chg="modSp">
        <pc:chgData name="X00220405 Illia Lysennyi" userId="S::x00220405@mytudublin.ie::669ed758-3929-4c31-981a-decee79f9127" providerId="AD" clId="Web-{3BE2FD7C-3785-A630-E5D9-331AABC0C6B7}" dt="2026-03-26T07:35:20.346" v="5" actId="20577"/>
        <pc:sldMkLst>
          <pc:docMk/>
          <pc:sldMk cId="0" sldId="256"/>
        </pc:sldMkLst>
        <pc:spChg chg="mod">
          <ac:chgData name="X00220405 Illia Lysennyi" userId="S::x00220405@mytudublin.ie::669ed758-3929-4c31-981a-decee79f9127" providerId="AD" clId="Web-{3BE2FD7C-3785-A630-E5D9-331AABC0C6B7}" dt="2026-03-26T07:35:20.346" v="5" actId="20577"/>
          <ac:spMkLst>
            <pc:docMk/>
            <pc:sldMk cId="0" sldId="256"/>
            <ac:spMk id="239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3BE2FD7C-3785-A630-E5D9-331AABC0C6B7}" dt="2026-03-26T07:35:35.660" v="7" actId="1076"/>
        <pc:sldMkLst>
          <pc:docMk/>
          <pc:sldMk cId="0" sldId="257"/>
        </pc:sldMkLst>
        <pc:spChg chg="mod">
          <ac:chgData name="X00220405 Illia Lysennyi" userId="S::x00220405@mytudublin.ie::669ed758-3929-4c31-981a-decee79f9127" providerId="AD" clId="Web-{3BE2FD7C-3785-A630-E5D9-331AABC0C6B7}" dt="2026-03-26T07:35:35.660" v="7" actId="1076"/>
          <ac:spMkLst>
            <pc:docMk/>
            <pc:sldMk cId="0" sldId="257"/>
            <ac:spMk id="263" creationId="{00000000-0000-0000-0000-000000000000}"/>
          </ac:spMkLst>
        </pc:spChg>
        <pc:spChg chg="mod">
          <ac:chgData name="X00220405 Illia Lysennyi" userId="S::x00220405@mytudublin.ie::669ed758-3929-4c31-981a-decee79f9127" providerId="AD" clId="Web-{3BE2FD7C-3785-A630-E5D9-331AABC0C6B7}" dt="2026-03-26T07:35:32.144" v="6" actId="14100"/>
          <ac:spMkLst>
            <pc:docMk/>
            <pc:sldMk cId="0" sldId="257"/>
            <ac:spMk id="264" creationId="{00000000-0000-0000-0000-000000000000}"/>
          </ac:spMkLst>
        </pc:spChg>
      </pc:sldChg>
      <pc:sldChg chg="del">
        <pc:chgData name="X00220405 Illia Lysennyi" userId="S::x00220405@mytudublin.ie::669ed758-3929-4c31-981a-decee79f9127" providerId="AD" clId="Web-{3BE2FD7C-3785-A630-E5D9-331AABC0C6B7}" dt="2026-03-26T08:09:03.938" v="21"/>
        <pc:sldMkLst>
          <pc:docMk/>
          <pc:sldMk cId="0" sldId="258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07.814" v="27"/>
        <pc:sldMkLst>
          <pc:docMk/>
          <pc:sldMk cId="0" sldId="259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06.798" v="25"/>
        <pc:sldMkLst>
          <pc:docMk/>
          <pc:sldMk cId="0" sldId="261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03.266" v="20"/>
        <pc:sldMkLst>
          <pc:docMk/>
          <pc:sldMk cId="0" sldId="262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10.330" v="30"/>
        <pc:sldMkLst>
          <pc:docMk/>
          <pc:sldMk cId="0" sldId="263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08.329" v="28"/>
        <pc:sldMkLst>
          <pc:docMk/>
          <pc:sldMk cId="0" sldId="264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06.110" v="24"/>
        <pc:sldMkLst>
          <pc:docMk/>
          <pc:sldMk cId="0" sldId="265"/>
        </pc:sldMkLst>
      </pc:sldChg>
      <pc:sldChg chg="modSp">
        <pc:chgData name="X00220405 Illia Lysennyi" userId="S::x00220405@mytudublin.ie::669ed758-3929-4c31-981a-decee79f9127" providerId="AD" clId="Web-{3BE2FD7C-3785-A630-E5D9-331AABC0C6B7}" dt="2026-03-26T08:08:44.732" v="19" actId="20577"/>
        <pc:sldMkLst>
          <pc:docMk/>
          <pc:sldMk cId="0" sldId="267"/>
        </pc:sldMkLst>
        <pc:spChg chg="mod">
          <ac:chgData name="X00220405 Illia Lysennyi" userId="S::x00220405@mytudublin.ie::669ed758-3929-4c31-981a-decee79f9127" providerId="AD" clId="Web-{3BE2FD7C-3785-A630-E5D9-331AABC0C6B7}" dt="2026-03-26T08:08:44.732" v="19" actId="20577"/>
          <ac:spMkLst>
            <pc:docMk/>
            <pc:sldMk cId="0" sldId="267"/>
            <ac:spMk id="289" creationId="{00000000-0000-0000-0000-000000000000}"/>
          </ac:spMkLst>
        </pc:spChg>
      </pc:sldChg>
      <pc:sldChg chg="del">
        <pc:chgData name="X00220405 Illia Lysennyi" userId="S::x00220405@mytudublin.ie::669ed758-3929-4c31-981a-decee79f9127" providerId="AD" clId="Web-{3BE2FD7C-3785-A630-E5D9-331AABC0C6B7}" dt="2026-03-26T08:09:07.314" v="26"/>
        <pc:sldMkLst>
          <pc:docMk/>
          <pc:sldMk cId="0" sldId="268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09.220" v="29"/>
        <pc:sldMkLst>
          <pc:docMk/>
          <pc:sldMk cId="0" sldId="270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10.955" v="31"/>
        <pc:sldMkLst>
          <pc:docMk/>
          <pc:sldMk cId="0" sldId="271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04.641" v="22"/>
        <pc:sldMkLst>
          <pc:docMk/>
          <pc:sldMk cId="0" sldId="272"/>
        </pc:sldMkLst>
      </pc:sldChg>
      <pc:sldChg chg="del">
        <pc:chgData name="X00220405 Illia Lysennyi" userId="S::x00220405@mytudublin.ie::669ed758-3929-4c31-981a-decee79f9127" providerId="AD" clId="Web-{3BE2FD7C-3785-A630-E5D9-331AABC0C6B7}" dt="2026-03-26T08:09:05.313" v="23"/>
        <pc:sldMkLst>
          <pc:docMk/>
          <pc:sldMk cId="0" sldId="273"/>
        </pc:sldMkLst>
      </pc:sldChg>
      <pc:sldChg chg="modSp">
        <pc:chgData name="X00220405 Illia Lysennyi" userId="S::x00220405@mytudublin.ie::669ed758-3929-4c31-981a-decee79f9127" providerId="AD" clId="Web-{3BE2FD7C-3785-A630-E5D9-331AABC0C6B7}" dt="2026-03-26T07:52:16.996" v="14" actId="20577"/>
        <pc:sldMkLst>
          <pc:docMk/>
          <pc:sldMk cId="2475089894" sldId="278"/>
        </pc:sldMkLst>
        <pc:spChg chg="mod">
          <ac:chgData name="X00220405 Illia Lysennyi" userId="S::x00220405@mytudublin.ie::669ed758-3929-4c31-981a-decee79f9127" providerId="AD" clId="Web-{3BE2FD7C-3785-A630-E5D9-331AABC0C6B7}" dt="2026-03-26T07:52:16.996" v="14" actId="20577"/>
          <ac:spMkLst>
            <pc:docMk/>
            <pc:sldMk cId="2475089894" sldId="278"/>
            <ac:spMk id="2" creationId="{504795B0-AFC3-2999-E0B4-FAB9F5BD2039}"/>
          </ac:spMkLst>
        </pc:spChg>
      </pc:sldChg>
      <pc:sldChg chg="modSp">
        <pc:chgData name="X00220405 Illia Lysennyi" userId="S::x00220405@mytudublin.ie::669ed758-3929-4c31-981a-decee79f9127" providerId="AD" clId="Web-{3BE2FD7C-3785-A630-E5D9-331AABC0C6B7}" dt="2026-03-26T08:08:25.152" v="15" actId="20577"/>
        <pc:sldMkLst>
          <pc:docMk/>
          <pc:sldMk cId="3212114381" sldId="279"/>
        </pc:sldMkLst>
        <pc:spChg chg="mod">
          <ac:chgData name="X00220405 Illia Lysennyi" userId="S::x00220405@mytudublin.ie::669ed758-3929-4c31-981a-decee79f9127" providerId="AD" clId="Web-{3BE2FD7C-3785-A630-E5D9-331AABC0C6B7}" dt="2026-03-26T08:08:25.152" v="15" actId="20577"/>
          <ac:spMkLst>
            <pc:docMk/>
            <pc:sldMk cId="3212114381" sldId="279"/>
            <ac:spMk id="3" creationId="{98EB65CF-3943-0E03-A789-E21CC41BB8D7}"/>
          </ac:spMkLst>
        </pc:spChg>
      </pc:sldChg>
      <pc:sldChg chg="modSp">
        <pc:chgData name="X00220405 Illia Lysennyi" userId="S::x00220405@mytudublin.ie::669ed758-3929-4c31-981a-decee79f9127" providerId="AD" clId="Web-{3BE2FD7C-3785-A630-E5D9-331AABC0C6B7}" dt="2026-03-26T07:51:32.600" v="11" actId="20577"/>
        <pc:sldMkLst>
          <pc:docMk/>
          <pc:sldMk cId="3188562480" sldId="280"/>
        </pc:sldMkLst>
        <pc:spChg chg="mod">
          <ac:chgData name="X00220405 Illia Lysennyi" userId="S::x00220405@mytudublin.ie::669ed758-3929-4c31-981a-decee79f9127" providerId="AD" clId="Web-{3BE2FD7C-3785-A630-E5D9-331AABC0C6B7}" dt="2026-03-26T07:51:32.600" v="11" actId="20577"/>
          <ac:spMkLst>
            <pc:docMk/>
            <pc:sldMk cId="3188562480" sldId="280"/>
            <ac:spMk id="3" creationId="{6C9A6280-E4F4-9B28-9059-25D8461A1303}"/>
          </ac:spMkLst>
        </pc:spChg>
      </pc:sldChg>
    </pc:docChg>
  </pc:docChgLst>
  <pc:docChgLst>
    <pc:chgData name="X00227373 Emmanuel Fulfilled" userId="S::x00227373@mytudublin.ie::43c94976-392e-49d8-a2bf-89b6f35d632f" providerId="AD" clId="Web-{21185CEC-334C-8052-9ACB-92A33DD17EDF}"/>
    <pc:docChg chg="modSld">
      <pc:chgData name="X00227373 Emmanuel Fulfilled" userId="S::x00227373@mytudublin.ie::43c94976-392e-49d8-a2bf-89b6f35d632f" providerId="AD" clId="Web-{21185CEC-334C-8052-9ACB-92A33DD17EDF}" dt="2026-03-24T21:21:58.837" v="4" actId="20577"/>
      <pc:docMkLst>
        <pc:docMk/>
      </pc:docMkLst>
      <pc:sldChg chg="modSp">
        <pc:chgData name="X00227373 Emmanuel Fulfilled" userId="S::x00227373@mytudublin.ie::43c94976-392e-49d8-a2bf-89b6f35d632f" providerId="AD" clId="Web-{21185CEC-334C-8052-9ACB-92A33DD17EDF}" dt="2026-03-24T21:21:58.837" v="4" actId="20577"/>
        <pc:sldMkLst>
          <pc:docMk/>
          <pc:sldMk cId="0" sldId="256"/>
        </pc:sldMkLst>
        <pc:spChg chg="mod">
          <ac:chgData name="X00227373 Emmanuel Fulfilled" userId="S::x00227373@mytudublin.ie::43c94976-392e-49d8-a2bf-89b6f35d632f" providerId="AD" clId="Web-{21185CEC-334C-8052-9ACB-92A33DD17EDF}" dt="2026-03-24T21:21:58.837" v="4" actId="20577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X00227373 Emmanuel Fulfilled" userId="S::x00227373@mytudublin.ie::43c94976-392e-49d8-a2bf-89b6f35d632f" providerId="AD" clId="Web-{5F8BE676-FFFE-7C53-71C0-10C05D37597E}"/>
    <pc:docChg chg="modSld">
      <pc:chgData name="X00227373 Emmanuel Fulfilled" userId="S::x00227373@mytudublin.ie::43c94976-392e-49d8-a2bf-89b6f35d632f" providerId="AD" clId="Web-{5F8BE676-FFFE-7C53-71C0-10C05D37597E}" dt="2026-03-25T21:50:55.500" v="309"/>
      <pc:docMkLst>
        <pc:docMk/>
      </pc:docMkLst>
      <pc:sldChg chg="modSp">
        <pc:chgData name="X00227373 Emmanuel Fulfilled" userId="S::x00227373@mytudublin.ie::43c94976-392e-49d8-a2bf-89b6f35d632f" providerId="AD" clId="Web-{5F8BE676-FFFE-7C53-71C0-10C05D37597E}" dt="2026-03-25T21:01:54.089" v="46" actId="20577"/>
        <pc:sldMkLst>
          <pc:docMk/>
          <pc:sldMk cId="0" sldId="256"/>
        </pc:sldMkLst>
        <pc:spChg chg="mod">
          <ac:chgData name="X00227373 Emmanuel Fulfilled" userId="S::x00227373@mytudublin.ie::43c94976-392e-49d8-a2bf-89b6f35d632f" providerId="AD" clId="Web-{5F8BE676-FFFE-7C53-71C0-10C05D37597E}" dt="2026-03-25T21:01:54.089" v="46" actId="20577"/>
          <ac:spMkLst>
            <pc:docMk/>
            <pc:sldMk cId="0" sldId="256"/>
            <ac:spMk id="239" creationId="{00000000-0000-0000-0000-000000000000}"/>
          </ac:spMkLst>
        </pc:spChg>
      </pc:sldChg>
      <pc:sldChg chg="modSp">
        <pc:chgData name="X00227373 Emmanuel Fulfilled" userId="S::x00227373@mytudublin.ie::43c94976-392e-49d8-a2bf-89b6f35d632f" providerId="AD" clId="Web-{5F8BE676-FFFE-7C53-71C0-10C05D37597E}" dt="2026-03-25T21:34:40.326" v="271" actId="20577"/>
        <pc:sldMkLst>
          <pc:docMk/>
          <pc:sldMk cId="0" sldId="260"/>
        </pc:sldMkLst>
        <pc:spChg chg="mod">
          <ac:chgData name="X00227373 Emmanuel Fulfilled" userId="S::x00227373@mytudublin.ie::43c94976-392e-49d8-a2bf-89b6f35d632f" providerId="AD" clId="Web-{5F8BE676-FFFE-7C53-71C0-10C05D37597E}" dt="2026-03-25T21:34:40.326" v="271" actId="20577"/>
          <ac:spMkLst>
            <pc:docMk/>
            <pc:sldMk cId="0" sldId="260"/>
            <ac:spMk id="2" creationId="{3B2ADC67-8819-CE34-D4C9-05C7C23CA49D}"/>
          </ac:spMkLst>
        </pc:spChg>
      </pc:sldChg>
      <pc:sldChg chg="addSp delSp modSp">
        <pc:chgData name="X00227373 Emmanuel Fulfilled" userId="S::x00227373@mytudublin.ie::43c94976-392e-49d8-a2bf-89b6f35d632f" providerId="AD" clId="Web-{5F8BE676-FFFE-7C53-71C0-10C05D37597E}" dt="2026-03-25T21:39:45.051" v="303" actId="14100"/>
        <pc:sldMkLst>
          <pc:docMk/>
          <pc:sldMk cId="0" sldId="269"/>
        </pc:sldMkLst>
        <pc:spChg chg="del">
          <ac:chgData name="X00227373 Emmanuel Fulfilled" userId="S::x00227373@mytudublin.ie::43c94976-392e-49d8-a2bf-89b6f35d632f" providerId="AD" clId="Web-{5F8BE676-FFFE-7C53-71C0-10C05D37597E}" dt="2026-03-25T21:38:42.548" v="295"/>
          <ac:spMkLst>
            <pc:docMk/>
            <pc:sldMk cId="0" sldId="269"/>
            <ac:spMk id="292" creationId="{00000000-0000-0000-0000-000000000000}"/>
          </ac:spMkLst>
        </pc:spChg>
        <pc:spChg chg="mod">
          <ac:chgData name="X00227373 Emmanuel Fulfilled" userId="S::x00227373@mytudublin.ie::43c94976-392e-49d8-a2bf-89b6f35d632f" providerId="AD" clId="Web-{5F8BE676-FFFE-7C53-71C0-10C05D37597E}" dt="2026-03-25T21:39:07.799" v="301" actId="1076"/>
          <ac:spMkLst>
            <pc:docMk/>
            <pc:sldMk cId="0" sldId="269"/>
            <ac:spMk id="293" creationId="{00000000-0000-0000-0000-000000000000}"/>
          </ac:spMkLst>
        </pc:spChg>
        <pc:spChg chg="mod">
          <ac:chgData name="X00227373 Emmanuel Fulfilled" userId="S::x00227373@mytudublin.ie::43c94976-392e-49d8-a2bf-89b6f35d632f" providerId="AD" clId="Web-{5F8BE676-FFFE-7C53-71C0-10C05D37597E}" dt="2026-03-25T21:38:05.015" v="291" actId="20577"/>
          <ac:spMkLst>
            <pc:docMk/>
            <pc:sldMk cId="0" sldId="269"/>
            <ac:spMk id="294" creationId="{00000000-0000-0000-0000-000000000000}"/>
          </ac:spMkLst>
        </pc:spChg>
        <pc:picChg chg="add mod">
          <ac:chgData name="X00227373 Emmanuel Fulfilled" userId="S::x00227373@mytudublin.ie::43c94976-392e-49d8-a2bf-89b6f35d632f" providerId="AD" clId="Web-{5F8BE676-FFFE-7C53-71C0-10C05D37597E}" dt="2026-03-25T21:39:45.051" v="303" actId="14100"/>
          <ac:picMkLst>
            <pc:docMk/>
            <pc:sldMk cId="0" sldId="269"/>
            <ac:picMk id="2" creationId="{5D75FE15-868A-373F-010E-682749731B64}"/>
          </ac:picMkLst>
        </pc:picChg>
      </pc:sldChg>
      <pc:sldChg chg="modSp">
        <pc:chgData name="X00227373 Emmanuel Fulfilled" userId="S::x00227373@mytudublin.ie::43c94976-392e-49d8-a2bf-89b6f35d632f" providerId="AD" clId="Web-{5F8BE676-FFFE-7C53-71C0-10C05D37597E}" dt="2026-03-25T21:21:39.861" v="235" actId="20577"/>
        <pc:sldMkLst>
          <pc:docMk/>
          <pc:sldMk cId="3212114381" sldId="279"/>
        </pc:sldMkLst>
        <pc:spChg chg="mod">
          <ac:chgData name="X00227373 Emmanuel Fulfilled" userId="S::x00227373@mytudublin.ie::43c94976-392e-49d8-a2bf-89b6f35d632f" providerId="AD" clId="Web-{5F8BE676-FFFE-7C53-71C0-10C05D37597E}" dt="2026-03-25T21:21:39.861" v="235" actId="20577"/>
          <ac:spMkLst>
            <pc:docMk/>
            <pc:sldMk cId="3212114381" sldId="279"/>
            <ac:spMk id="3" creationId="{98EB65CF-3943-0E03-A789-E21CC41BB8D7}"/>
          </ac:spMkLst>
        </pc:spChg>
      </pc:sldChg>
      <pc:sldChg chg="addSp delSp modSp mod modClrScheme chgLayout">
        <pc:chgData name="X00227373 Emmanuel Fulfilled" userId="S::x00227373@mytudublin.ie::43c94976-392e-49d8-a2bf-89b6f35d632f" providerId="AD" clId="Web-{5F8BE676-FFFE-7C53-71C0-10C05D37597E}" dt="2026-03-25T21:50:55.500" v="309"/>
        <pc:sldMkLst>
          <pc:docMk/>
          <pc:sldMk cId="2494604415" sldId="281"/>
        </pc:sldMkLst>
        <pc:spChg chg="mod">
          <ac:chgData name="X00227373 Emmanuel Fulfilled" userId="S::x00227373@mytudublin.ie::43c94976-392e-49d8-a2bf-89b6f35d632f" providerId="AD" clId="Web-{5F8BE676-FFFE-7C53-71C0-10C05D37597E}" dt="2026-03-25T21:35:27.784" v="277"/>
          <ac:spMkLst>
            <pc:docMk/>
            <pc:sldMk cId="2494604415" sldId="281"/>
            <ac:spMk id="2" creationId="{E30E89FA-A643-BD88-C723-5EEB31A53F5D}"/>
          </ac:spMkLst>
        </pc:spChg>
        <pc:spChg chg="add del">
          <ac:chgData name="X00227373 Emmanuel Fulfilled" userId="S::x00227373@mytudublin.ie::43c94976-392e-49d8-a2bf-89b6f35d632f" providerId="AD" clId="Web-{5F8BE676-FFFE-7C53-71C0-10C05D37597E}" dt="2026-03-25T21:35:27.784" v="277"/>
          <ac:spMkLst>
            <pc:docMk/>
            <pc:sldMk cId="2494604415" sldId="281"/>
            <ac:spMk id="3" creationId="{B6E381A2-6BD5-E9AC-C848-51812183D384}"/>
          </ac:spMkLst>
        </pc:spChg>
        <pc:spChg chg="add">
          <ac:chgData name="X00227373 Emmanuel Fulfilled" userId="S::x00227373@mytudublin.ie::43c94976-392e-49d8-a2bf-89b6f35d632f" providerId="AD" clId="Web-{5F8BE676-FFFE-7C53-71C0-10C05D37597E}" dt="2026-03-25T21:50:55.500" v="309"/>
          <ac:spMkLst>
            <pc:docMk/>
            <pc:sldMk cId="2494604415" sldId="281"/>
            <ac:spMk id="6" creationId="{6BC488D1-FC21-EF2A-27B7-BEEB2B7AE1C7}"/>
          </ac:spMkLst>
        </pc:spChg>
        <pc:picChg chg="add del mod">
          <ac:chgData name="X00227373 Emmanuel Fulfilled" userId="S::x00227373@mytudublin.ie::43c94976-392e-49d8-a2bf-89b6f35d632f" providerId="AD" clId="Web-{5F8BE676-FFFE-7C53-71C0-10C05D37597E}" dt="2026-03-25T21:50:30.544" v="304"/>
          <ac:picMkLst>
            <pc:docMk/>
            <pc:sldMk cId="2494604415" sldId="281"/>
            <ac:picMk id="4" creationId="{51DB9961-A842-C63C-28C8-1DB372741DFC}"/>
          </ac:picMkLst>
        </pc:picChg>
        <pc:picChg chg="add mod">
          <ac:chgData name="X00227373 Emmanuel Fulfilled" userId="S::x00227373@mytudublin.ie::43c94976-392e-49d8-a2bf-89b6f35d632f" providerId="AD" clId="Web-{5F8BE676-FFFE-7C53-71C0-10C05D37597E}" dt="2026-03-25T21:50:44.889" v="308" actId="14100"/>
          <ac:picMkLst>
            <pc:docMk/>
            <pc:sldMk cId="2494604415" sldId="281"/>
            <ac:picMk id="5" creationId="{0E1B667B-FE58-4CE7-F9F4-E1B44429DBBF}"/>
          </ac:picMkLst>
        </pc:picChg>
      </pc:sldChg>
    </pc:docChg>
  </pc:docChgLst>
  <pc:docChgLst>
    <pc:chgData name="X00227373 Emmanuel Fulfilled" userId="S::x00227373@mytudublin.ie::43c94976-392e-49d8-a2bf-89b6f35d632f" providerId="AD" clId="Web-{03F6D83E-A022-FAA1-6257-F54F632E5491}"/>
    <pc:docChg chg="modSld">
      <pc:chgData name="X00227373 Emmanuel Fulfilled" userId="S::x00227373@mytudublin.ie::43c94976-392e-49d8-a2bf-89b6f35d632f" providerId="AD" clId="Web-{03F6D83E-A022-FAA1-6257-F54F632E5491}" dt="2026-03-24T21:22:25.709" v="2" actId="20577"/>
      <pc:docMkLst>
        <pc:docMk/>
      </pc:docMkLst>
    </pc:docChg>
  </pc:docChgLst>
  <pc:docChgLst>
    <pc:chgData name="X00220405 Illia Lysennyi" userId="S::x00220405@mytudublin.ie::669ed758-3929-4c31-981a-decee79f9127" providerId="AD" clId="Web-{8BC30CB2-6C07-F818-9EFA-195D5573A7F7}"/>
    <pc:docChg chg="modSld sldOrd">
      <pc:chgData name="X00220405 Illia Lysennyi" userId="S::x00220405@mytudublin.ie::669ed758-3929-4c31-981a-decee79f9127" providerId="AD" clId="Web-{8BC30CB2-6C07-F818-9EFA-195D5573A7F7}" dt="2026-03-25T21:36:53.891" v="242"/>
      <pc:docMkLst>
        <pc:docMk/>
      </pc:docMkLst>
      <pc:sldChg chg="modSp">
        <pc:chgData name="X00220405 Illia Lysennyi" userId="S::x00220405@mytudublin.ie::669ed758-3929-4c31-981a-decee79f9127" providerId="AD" clId="Web-{8BC30CB2-6C07-F818-9EFA-195D5573A7F7}" dt="2026-03-25T21:13:35.660" v="62" actId="20577"/>
        <pc:sldMkLst>
          <pc:docMk/>
          <pc:sldMk cId="0" sldId="256"/>
        </pc:sldMkLst>
        <pc:spChg chg="mod">
          <ac:chgData name="X00220405 Illia Lysennyi" userId="S::x00220405@mytudublin.ie::669ed758-3929-4c31-981a-decee79f9127" providerId="AD" clId="Web-{8BC30CB2-6C07-F818-9EFA-195D5573A7F7}" dt="2026-03-25T21:13:35.660" v="62" actId="20577"/>
          <ac:spMkLst>
            <pc:docMk/>
            <pc:sldMk cId="0" sldId="256"/>
            <ac:spMk id="239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8BC30CB2-6C07-F818-9EFA-195D5573A7F7}" dt="2026-03-25T21:19:46.102" v="84" actId="20577"/>
        <pc:sldMkLst>
          <pc:docMk/>
          <pc:sldMk cId="0" sldId="257"/>
        </pc:sldMkLst>
        <pc:spChg chg="mod">
          <ac:chgData name="X00220405 Illia Lysennyi" userId="S::x00220405@mytudublin.ie::669ed758-3929-4c31-981a-decee79f9127" providerId="AD" clId="Web-{8BC30CB2-6C07-F818-9EFA-195D5573A7F7}" dt="2026-03-25T21:19:46.102" v="84" actId="20577"/>
          <ac:spMkLst>
            <pc:docMk/>
            <pc:sldMk cId="0" sldId="257"/>
            <ac:spMk id="264" creationId="{00000000-0000-0000-0000-000000000000}"/>
          </ac:spMkLst>
        </pc:spChg>
      </pc:sldChg>
      <pc:sldChg chg="ord">
        <pc:chgData name="X00220405 Illia Lysennyi" userId="S::x00220405@mytudublin.ie::669ed758-3929-4c31-981a-decee79f9127" providerId="AD" clId="Web-{8BC30CB2-6C07-F818-9EFA-195D5573A7F7}" dt="2026-03-25T21:28:04.049" v="186"/>
        <pc:sldMkLst>
          <pc:docMk/>
          <pc:sldMk cId="0" sldId="258"/>
        </pc:sldMkLst>
      </pc:sldChg>
      <pc:sldChg chg="ord">
        <pc:chgData name="X00220405 Illia Lysennyi" userId="S::x00220405@mytudublin.ie::669ed758-3929-4c31-981a-decee79f9127" providerId="AD" clId="Web-{8BC30CB2-6C07-F818-9EFA-195D5573A7F7}" dt="2026-03-25T21:14:03.285" v="63"/>
        <pc:sldMkLst>
          <pc:docMk/>
          <pc:sldMk cId="0" sldId="259"/>
        </pc:sldMkLst>
      </pc:sldChg>
      <pc:sldChg chg="addSp delSp modSp ord">
        <pc:chgData name="X00220405 Illia Lysennyi" userId="S::x00220405@mytudublin.ie::669ed758-3929-4c31-981a-decee79f9127" providerId="AD" clId="Web-{8BC30CB2-6C07-F818-9EFA-195D5573A7F7}" dt="2026-03-25T21:24:16.651" v="170" actId="14100"/>
        <pc:sldMkLst>
          <pc:docMk/>
          <pc:sldMk cId="0" sldId="260"/>
        </pc:sldMkLst>
        <pc:spChg chg="add del mod">
          <ac:chgData name="X00220405 Illia Lysennyi" userId="S::x00220405@mytudublin.ie::669ed758-3929-4c31-981a-decee79f9127" providerId="AD" clId="Web-{8BC30CB2-6C07-F818-9EFA-195D5573A7F7}" dt="2026-03-25T21:24:16.651" v="170" actId="14100"/>
          <ac:spMkLst>
            <pc:docMk/>
            <pc:sldMk cId="0" sldId="260"/>
            <ac:spMk id="2" creationId="{3B2ADC67-8819-CE34-D4C9-05C7C23CA49D}"/>
          </ac:spMkLst>
        </pc:spChg>
        <pc:spChg chg="mod">
          <ac:chgData name="X00220405 Illia Lysennyi" userId="S::x00220405@mytudublin.ie::669ed758-3929-4c31-981a-decee79f9127" providerId="AD" clId="Web-{8BC30CB2-6C07-F818-9EFA-195D5573A7F7}" dt="2026-03-25T21:22:09.759" v="88" actId="14100"/>
          <ac:spMkLst>
            <pc:docMk/>
            <pc:sldMk cId="0" sldId="260"/>
            <ac:spMk id="272" creationId="{00000000-0000-0000-0000-000000000000}"/>
          </ac:spMkLst>
        </pc:spChg>
      </pc:sldChg>
      <pc:sldChg chg="ord">
        <pc:chgData name="X00220405 Illia Lysennyi" userId="S::x00220405@mytudublin.ie::669ed758-3929-4c31-981a-decee79f9127" providerId="AD" clId="Web-{8BC30CB2-6C07-F818-9EFA-195D5573A7F7}" dt="2026-03-25T21:28:10.081" v="187"/>
        <pc:sldMkLst>
          <pc:docMk/>
          <pc:sldMk cId="0" sldId="261"/>
        </pc:sldMkLst>
      </pc:sldChg>
      <pc:sldChg chg="ord">
        <pc:chgData name="X00220405 Illia Lysennyi" userId="S::x00220405@mytudublin.ie::669ed758-3929-4c31-981a-decee79f9127" providerId="AD" clId="Web-{8BC30CB2-6C07-F818-9EFA-195D5573A7F7}" dt="2026-03-25T21:29:58.707" v="206"/>
        <pc:sldMkLst>
          <pc:docMk/>
          <pc:sldMk cId="0" sldId="262"/>
        </pc:sldMkLst>
      </pc:sldChg>
      <pc:sldChg chg="ord">
        <pc:chgData name="X00220405 Illia Lysennyi" userId="S::x00220405@mytudublin.ie::669ed758-3929-4c31-981a-decee79f9127" providerId="AD" clId="Web-{8BC30CB2-6C07-F818-9EFA-195D5573A7F7}" dt="2026-03-25T21:27:44.112" v="184"/>
        <pc:sldMkLst>
          <pc:docMk/>
          <pc:sldMk cId="0" sldId="263"/>
        </pc:sldMkLst>
      </pc:sldChg>
      <pc:sldChg chg="ord">
        <pc:chgData name="X00220405 Illia Lysennyi" userId="S::x00220405@mytudublin.ie::669ed758-3929-4c31-981a-decee79f9127" providerId="AD" clId="Web-{8BC30CB2-6C07-F818-9EFA-195D5573A7F7}" dt="2026-03-25T21:12:06.391" v="61"/>
        <pc:sldMkLst>
          <pc:docMk/>
          <pc:sldMk cId="0" sldId="264"/>
        </pc:sldMkLst>
      </pc:sldChg>
      <pc:sldChg chg="ord">
        <pc:chgData name="X00220405 Illia Lysennyi" userId="S::x00220405@mytudublin.ie::669ed758-3929-4c31-981a-decee79f9127" providerId="AD" clId="Web-{8BC30CB2-6C07-F818-9EFA-195D5573A7F7}" dt="2026-03-25T21:15:19.615" v="71"/>
        <pc:sldMkLst>
          <pc:docMk/>
          <pc:sldMk cId="0" sldId="265"/>
        </pc:sldMkLst>
      </pc:sldChg>
      <pc:sldChg chg="modSp">
        <pc:chgData name="X00220405 Illia Lysennyi" userId="S::x00220405@mytudublin.ie::669ed758-3929-4c31-981a-decee79f9127" providerId="AD" clId="Web-{8BC30CB2-6C07-F818-9EFA-195D5573A7F7}" dt="2026-03-25T21:30:18.223" v="210" actId="20577"/>
        <pc:sldMkLst>
          <pc:docMk/>
          <pc:sldMk cId="0" sldId="266"/>
        </pc:sldMkLst>
        <pc:spChg chg="mod">
          <ac:chgData name="X00220405 Illia Lysennyi" userId="S::x00220405@mytudublin.ie::669ed758-3929-4c31-981a-decee79f9127" providerId="AD" clId="Web-{8BC30CB2-6C07-F818-9EFA-195D5573A7F7}" dt="2026-03-25T21:30:11.144" v="208" actId="20577"/>
          <ac:spMkLst>
            <pc:docMk/>
            <pc:sldMk cId="0" sldId="266"/>
            <ac:spMk id="285" creationId="{00000000-0000-0000-0000-000000000000}"/>
          </ac:spMkLst>
        </pc:spChg>
        <pc:spChg chg="mod">
          <ac:chgData name="X00220405 Illia Lysennyi" userId="S::x00220405@mytudublin.ie::669ed758-3929-4c31-981a-decee79f9127" providerId="AD" clId="Web-{8BC30CB2-6C07-F818-9EFA-195D5573A7F7}" dt="2026-03-25T21:30:18.223" v="210" actId="20577"/>
          <ac:spMkLst>
            <pc:docMk/>
            <pc:sldMk cId="0" sldId="266"/>
            <ac:spMk id="286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8BC30CB2-6C07-F818-9EFA-195D5573A7F7}" dt="2026-03-25T21:29:51.972" v="205" actId="20577"/>
        <pc:sldMkLst>
          <pc:docMk/>
          <pc:sldMk cId="0" sldId="267"/>
        </pc:sldMkLst>
        <pc:spChg chg="mod">
          <ac:chgData name="X00220405 Illia Lysennyi" userId="S::x00220405@mytudublin.ie::669ed758-3929-4c31-981a-decee79f9127" providerId="AD" clId="Web-{8BC30CB2-6C07-F818-9EFA-195D5573A7F7}" dt="2026-03-25T21:29:51.972" v="205" actId="20577"/>
          <ac:spMkLst>
            <pc:docMk/>
            <pc:sldMk cId="0" sldId="267"/>
            <ac:spMk id="289" creationId="{00000000-0000-0000-0000-000000000000}"/>
          </ac:spMkLst>
        </pc:spChg>
      </pc:sldChg>
      <pc:sldChg chg="ord">
        <pc:chgData name="X00220405 Illia Lysennyi" userId="S::x00220405@mytudublin.ie::669ed758-3929-4c31-981a-decee79f9127" providerId="AD" clId="Web-{8BC30CB2-6C07-F818-9EFA-195D5573A7F7}" dt="2026-03-25T21:20:01.977" v="85"/>
        <pc:sldMkLst>
          <pc:docMk/>
          <pc:sldMk cId="0" sldId="268"/>
        </pc:sldMkLst>
      </pc:sldChg>
      <pc:sldChg chg="modSp">
        <pc:chgData name="X00220405 Illia Lysennyi" userId="S::x00220405@mytudublin.ie::669ed758-3929-4c31-981a-decee79f9127" providerId="AD" clId="Web-{8BC30CB2-6C07-F818-9EFA-195D5573A7F7}" dt="2026-03-25T21:31:01.379" v="226" actId="20577"/>
        <pc:sldMkLst>
          <pc:docMk/>
          <pc:sldMk cId="0" sldId="269"/>
        </pc:sldMkLst>
        <pc:spChg chg="mod">
          <ac:chgData name="X00220405 Illia Lysennyi" userId="S::x00220405@mytudublin.ie::669ed758-3929-4c31-981a-decee79f9127" providerId="AD" clId="Web-{8BC30CB2-6C07-F818-9EFA-195D5573A7F7}" dt="2026-03-25T21:31:01.379" v="226" actId="20577"/>
          <ac:spMkLst>
            <pc:docMk/>
            <pc:sldMk cId="0" sldId="269"/>
            <ac:spMk id="294" creationId="{00000000-0000-0000-0000-000000000000}"/>
          </ac:spMkLst>
        </pc:spChg>
      </pc:sldChg>
      <pc:sldChg chg="modSp ord">
        <pc:chgData name="X00220405 Illia Lysennyi" userId="S::x00220405@mytudublin.ie::669ed758-3929-4c31-981a-decee79f9127" providerId="AD" clId="Web-{8BC30CB2-6C07-F818-9EFA-195D5573A7F7}" dt="2026-03-25T21:31:20.879" v="231"/>
        <pc:sldMkLst>
          <pc:docMk/>
          <pc:sldMk cId="0" sldId="270"/>
        </pc:sldMkLst>
        <pc:spChg chg="mod">
          <ac:chgData name="X00220405 Illia Lysennyi" userId="S::x00220405@mytudublin.ie::669ed758-3929-4c31-981a-decee79f9127" providerId="AD" clId="Web-{8BC30CB2-6C07-F818-9EFA-195D5573A7F7}" dt="2026-03-25T21:31:03.661" v="227" actId="20577"/>
          <ac:spMkLst>
            <pc:docMk/>
            <pc:sldMk cId="0" sldId="270"/>
            <ac:spMk id="295" creationId="{00000000-0000-0000-0000-000000000000}"/>
          </ac:spMkLst>
        </pc:spChg>
        <pc:spChg chg="mod">
          <ac:chgData name="X00220405 Illia Lysennyi" userId="S::x00220405@mytudublin.ie::669ed758-3929-4c31-981a-decee79f9127" providerId="AD" clId="Web-{8BC30CB2-6C07-F818-9EFA-195D5573A7F7}" dt="2026-03-25T21:31:18.473" v="230" actId="20577"/>
          <ac:spMkLst>
            <pc:docMk/>
            <pc:sldMk cId="0" sldId="270"/>
            <ac:spMk id="296" creationId="{00000000-0000-0000-0000-000000000000}"/>
          </ac:spMkLst>
        </pc:spChg>
      </pc:sldChg>
      <pc:sldChg chg="ord">
        <pc:chgData name="X00220405 Illia Lysennyi" userId="S::x00220405@mytudublin.ie::669ed758-3929-4c31-981a-decee79f9127" providerId="AD" clId="Web-{8BC30CB2-6C07-F818-9EFA-195D5573A7F7}" dt="2026-03-25T21:27:20.705" v="183"/>
        <pc:sldMkLst>
          <pc:docMk/>
          <pc:sldMk cId="0" sldId="272"/>
        </pc:sldMkLst>
      </pc:sldChg>
      <pc:sldChg chg="ord">
        <pc:chgData name="X00220405 Illia Lysennyi" userId="S::x00220405@mytudublin.ie::669ed758-3929-4c31-981a-decee79f9127" providerId="AD" clId="Web-{8BC30CB2-6C07-F818-9EFA-195D5573A7F7}" dt="2026-03-25T21:26:42.517" v="182"/>
        <pc:sldMkLst>
          <pc:docMk/>
          <pc:sldMk cId="0" sldId="273"/>
        </pc:sldMkLst>
      </pc:sldChg>
      <pc:sldChg chg="modSp">
        <pc:chgData name="X00220405 Illia Lysennyi" userId="S::x00220405@mytudublin.ie::669ed758-3929-4c31-981a-decee79f9127" providerId="AD" clId="Web-{8BC30CB2-6C07-F818-9EFA-195D5573A7F7}" dt="2026-03-25T21:26:13" v="181" actId="14100"/>
        <pc:sldMkLst>
          <pc:docMk/>
          <pc:sldMk cId="0" sldId="274"/>
        </pc:sldMkLst>
        <pc:spChg chg="mod">
          <ac:chgData name="X00220405 Illia Lysennyi" userId="S::x00220405@mytudublin.ie::669ed758-3929-4c31-981a-decee79f9127" providerId="AD" clId="Web-{8BC30CB2-6C07-F818-9EFA-195D5573A7F7}" dt="2026-03-25T21:26:13" v="181" actId="14100"/>
          <ac:spMkLst>
            <pc:docMk/>
            <pc:sldMk cId="0" sldId="274"/>
            <ac:spMk id="307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8BC30CB2-6C07-F818-9EFA-195D5573A7F7}" dt="2026-03-25T21:35:50.310" v="241" actId="20577"/>
        <pc:sldMkLst>
          <pc:docMk/>
          <pc:sldMk cId="13715524" sldId="277"/>
        </pc:sldMkLst>
        <pc:spChg chg="mod">
          <ac:chgData name="X00220405 Illia Lysennyi" userId="S::x00220405@mytudublin.ie::669ed758-3929-4c31-981a-decee79f9127" providerId="AD" clId="Web-{8BC30CB2-6C07-F818-9EFA-195D5573A7F7}" dt="2026-03-25T21:35:50.310" v="241" actId="20577"/>
          <ac:spMkLst>
            <pc:docMk/>
            <pc:sldMk cId="13715524" sldId="277"/>
            <ac:spMk id="3" creationId="{578300FD-B7B8-6D4D-01B4-DDE1406181F3}"/>
          </ac:spMkLst>
        </pc:spChg>
      </pc:sldChg>
      <pc:sldChg chg="modSp">
        <pc:chgData name="X00220405 Illia Lysennyi" userId="S::x00220405@mytudublin.ie::669ed758-3929-4c31-981a-decee79f9127" providerId="AD" clId="Web-{8BC30CB2-6C07-F818-9EFA-195D5573A7F7}" dt="2026-03-25T21:15:12.615" v="70" actId="20577"/>
        <pc:sldMkLst>
          <pc:docMk/>
          <pc:sldMk cId="2475089894" sldId="278"/>
        </pc:sldMkLst>
        <pc:spChg chg="mod">
          <ac:chgData name="X00220405 Illia Lysennyi" userId="S::x00220405@mytudublin.ie::669ed758-3929-4c31-981a-decee79f9127" providerId="AD" clId="Web-{8BC30CB2-6C07-F818-9EFA-195D5573A7F7}" dt="2026-03-25T21:15:12.615" v="70" actId="20577"/>
          <ac:spMkLst>
            <pc:docMk/>
            <pc:sldMk cId="2475089894" sldId="278"/>
            <ac:spMk id="3" creationId="{B6143A6C-9064-517D-7094-7E82354DB976}"/>
          </ac:spMkLst>
        </pc:spChg>
      </pc:sldChg>
      <pc:sldChg chg="modSp ord">
        <pc:chgData name="X00220405 Illia Lysennyi" userId="S::x00220405@mytudublin.ie::669ed758-3929-4c31-981a-decee79f9127" providerId="AD" clId="Web-{8BC30CB2-6C07-F818-9EFA-195D5573A7F7}" dt="2026-03-25T21:36:53.891" v="242"/>
        <pc:sldMkLst>
          <pc:docMk/>
          <pc:sldMk cId="3188562480" sldId="280"/>
        </pc:sldMkLst>
        <pc:spChg chg="mod">
          <ac:chgData name="X00220405 Illia Lysennyi" userId="S::x00220405@mytudublin.ie::669ed758-3929-4c31-981a-decee79f9127" providerId="AD" clId="Web-{8BC30CB2-6C07-F818-9EFA-195D5573A7F7}" dt="2026-03-25T21:16:59.194" v="78" actId="20577"/>
          <ac:spMkLst>
            <pc:docMk/>
            <pc:sldMk cId="3188562480" sldId="280"/>
            <ac:spMk id="2" creationId="{AFF4DA22-56C7-8B67-0BB4-51BD2D4F60F7}"/>
          </ac:spMkLst>
        </pc:spChg>
        <pc:spChg chg="mod">
          <ac:chgData name="X00220405 Illia Lysennyi" userId="S::x00220405@mytudublin.ie::669ed758-3929-4c31-981a-decee79f9127" providerId="AD" clId="Web-{8BC30CB2-6C07-F818-9EFA-195D5573A7F7}" dt="2026-03-25T21:17:09.804" v="80" actId="20577"/>
          <ac:spMkLst>
            <pc:docMk/>
            <pc:sldMk cId="3188562480" sldId="280"/>
            <ac:spMk id="3" creationId="{6C9A6280-E4F4-9B28-9059-25D8461A1303}"/>
          </ac:spMkLst>
        </pc:spChg>
      </pc:sldChg>
      <pc:sldChg chg="modSp">
        <pc:chgData name="X00220405 Illia Lysennyi" userId="S::x00220405@mytudublin.ie::669ed758-3929-4c31-981a-decee79f9127" providerId="AD" clId="Web-{8BC30CB2-6C07-F818-9EFA-195D5573A7F7}" dt="2026-03-25T21:35:48.498" v="240" actId="14100"/>
        <pc:sldMkLst>
          <pc:docMk/>
          <pc:sldMk cId="2494604415" sldId="281"/>
        </pc:sldMkLst>
        <pc:picChg chg="mod">
          <ac:chgData name="X00220405 Illia Lysennyi" userId="S::x00220405@mytudublin.ie::669ed758-3929-4c31-981a-decee79f9127" providerId="AD" clId="Web-{8BC30CB2-6C07-F818-9EFA-195D5573A7F7}" dt="2026-03-25T21:35:48.498" v="240" actId="14100"/>
          <ac:picMkLst>
            <pc:docMk/>
            <pc:sldMk cId="2494604415" sldId="281"/>
            <ac:picMk id="4" creationId="{51DB9961-A842-C63C-28C8-1DB372741DFC}"/>
          </ac:picMkLst>
        </pc:picChg>
      </pc:sldChg>
    </pc:docChg>
  </pc:docChgLst>
  <pc:docChgLst>
    <pc:chgData name="X00226717 Leo Ennis" userId="S::x00226717@mytudublin.ie::5ac98a8f-c0fc-4808-8bba-6b37ba6c919f" providerId="AD" clId="Web-{4D64AF0A-D861-B284-22FC-10C48A7F4D25}"/>
    <pc:docChg chg="modSld">
      <pc:chgData name="X00226717 Leo Ennis" userId="S::x00226717@mytudublin.ie::5ac98a8f-c0fc-4808-8bba-6b37ba6c919f" providerId="AD" clId="Web-{4D64AF0A-D861-B284-22FC-10C48A7F4D25}" dt="2026-03-24T22:55:33.748" v="422" actId="20577"/>
      <pc:docMkLst>
        <pc:docMk/>
      </pc:docMkLst>
      <pc:sldChg chg="modSp">
        <pc:chgData name="X00226717 Leo Ennis" userId="S::x00226717@mytudublin.ie::5ac98a8f-c0fc-4808-8bba-6b37ba6c919f" providerId="AD" clId="Web-{4D64AF0A-D861-B284-22FC-10C48A7F4D25}" dt="2026-03-24T21:46:29.907" v="264" actId="20577"/>
        <pc:sldMkLst>
          <pc:docMk/>
          <pc:sldMk cId="0" sldId="267"/>
        </pc:sldMkLst>
        <pc:spChg chg="mod">
          <ac:chgData name="X00226717 Leo Ennis" userId="S::x00226717@mytudublin.ie::5ac98a8f-c0fc-4808-8bba-6b37ba6c919f" providerId="AD" clId="Web-{4D64AF0A-D861-B284-22FC-10C48A7F4D25}" dt="2026-03-24T21:46:29.907" v="264" actId="20577"/>
          <ac:spMkLst>
            <pc:docMk/>
            <pc:sldMk cId="0" sldId="267"/>
            <ac:spMk id="289" creationId="{00000000-0000-0000-0000-000000000000}"/>
          </ac:spMkLst>
        </pc:spChg>
      </pc:sldChg>
      <pc:sldChg chg="modSp">
        <pc:chgData name="X00226717 Leo Ennis" userId="S::x00226717@mytudublin.ie::5ac98a8f-c0fc-4808-8bba-6b37ba6c919f" providerId="AD" clId="Web-{4D64AF0A-D861-B284-22FC-10C48A7F4D25}" dt="2026-03-24T22:54:20.215" v="382" actId="20577"/>
        <pc:sldMkLst>
          <pc:docMk/>
          <pc:sldMk cId="0" sldId="268"/>
        </pc:sldMkLst>
        <pc:spChg chg="mod">
          <ac:chgData name="X00226717 Leo Ennis" userId="S::x00226717@mytudublin.ie::5ac98a8f-c0fc-4808-8bba-6b37ba6c919f" providerId="AD" clId="Web-{4D64AF0A-D861-B284-22FC-10C48A7F4D25}" dt="2026-03-24T22:54:20.215" v="382" actId="20577"/>
          <ac:spMkLst>
            <pc:docMk/>
            <pc:sldMk cId="0" sldId="268"/>
            <ac:spMk id="291" creationId="{00000000-0000-0000-0000-000000000000}"/>
          </ac:spMkLst>
        </pc:spChg>
      </pc:sldChg>
      <pc:sldChg chg="modSp">
        <pc:chgData name="X00226717 Leo Ennis" userId="S::x00226717@mytudublin.ie::5ac98a8f-c0fc-4808-8bba-6b37ba6c919f" providerId="AD" clId="Web-{4D64AF0A-D861-B284-22FC-10C48A7F4D25}" dt="2026-03-24T22:55:33.748" v="422" actId="20577"/>
        <pc:sldMkLst>
          <pc:docMk/>
          <pc:sldMk cId="0" sldId="269"/>
        </pc:sldMkLst>
        <pc:spChg chg="mod">
          <ac:chgData name="X00226717 Leo Ennis" userId="S::x00226717@mytudublin.ie::5ac98a8f-c0fc-4808-8bba-6b37ba6c919f" providerId="AD" clId="Web-{4D64AF0A-D861-B284-22FC-10C48A7F4D25}" dt="2026-03-24T22:54:29.278" v="383" actId="1076"/>
          <ac:spMkLst>
            <pc:docMk/>
            <pc:sldMk cId="0" sldId="269"/>
            <ac:spMk id="293" creationId="{00000000-0000-0000-0000-000000000000}"/>
          </ac:spMkLst>
        </pc:spChg>
        <pc:spChg chg="mod">
          <ac:chgData name="X00226717 Leo Ennis" userId="S::x00226717@mytudublin.ie::5ac98a8f-c0fc-4808-8bba-6b37ba6c919f" providerId="AD" clId="Web-{4D64AF0A-D861-B284-22FC-10C48A7F4D25}" dt="2026-03-24T22:55:33.748" v="422" actId="20577"/>
          <ac:spMkLst>
            <pc:docMk/>
            <pc:sldMk cId="0" sldId="269"/>
            <ac:spMk id="294" creationId="{00000000-0000-0000-0000-000000000000}"/>
          </ac:spMkLst>
        </pc:spChg>
      </pc:sldChg>
    </pc:docChg>
  </pc:docChgLst>
  <pc:docChgLst>
    <pc:chgData name="X00226717 Leo Ennis" userId="S::x00226717@mytudublin.ie::5ac98a8f-c0fc-4808-8bba-6b37ba6c919f" providerId="AD" clId="Web-{7FF25D14-86DA-DC49-3DE5-78765F345E28}"/>
    <pc:docChg chg="addSld modSld">
      <pc:chgData name="X00226717 Leo Ennis" userId="S::x00226717@mytudublin.ie::5ac98a8f-c0fc-4808-8bba-6b37ba6c919f" providerId="AD" clId="Web-{7FF25D14-86DA-DC49-3DE5-78765F345E28}" dt="2026-03-25T20:02:32.133" v="243" actId="20577"/>
      <pc:docMkLst>
        <pc:docMk/>
      </pc:docMkLst>
      <pc:sldChg chg="modSp">
        <pc:chgData name="X00226717 Leo Ennis" userId="S::x00226717@mytudublin.ie::5ac98a8f-c0fc-4808-8bba-6b37ba6c919f" providerId="AD" clId="Web-{7FF25D14-86DA-DC49-3DE5-78765F345E28}" dt="2026-03-25T19:48:06.798" v="232" actId="20577"/>
        <pc:sldMkLst>
          <pc:docMk/>
          <pc:sldMk cId="0" sldId="269"/>
        </pc:sldMkLst>
        <pc:spChg chg="mod">
          <ac:chgData name="X00226717 Leo Ennis" userId="S::x00226717@mytudublin.ie::5ac98a8f-c0fc-4808-8bba-6b37ba6c919f" providerId="AD" clId="Web-{7FF25D14-86DA-DC49-3DE5-78765F345E28}" dt="2026-03-25T19:48:06.798" v="232" actId="20577"/>
          <ac:spMkLst>
            <pc:docMk/>
            <pc:sldMk cId="0" sldId="269"/>
            <ac:spMk id="294" creationId="{00000000-0000-0000-0000-000000000000}"/>
          </ac:spMkLst>
        </pc:spChg>
      </pc:sldChg>
      <pc:sldChg chg="modSp new">
        <pc:chgData name="X00226717 Leo Ennis" userId="S::x00226717@mytudublin.ie::5ac98a8f-c0fc-4808-8bba-6b37ba6c919f" providerId="AD" clId="Web-{7FF25D14-86DA-DC49-3DE5-78765F345E28}" dt="2026-03-25T20:02:32.133" v="243" actId="20577"/>
        <pc:sldMkLst>
          <pc:docMk/>
          <pc:sldMk cId="2475089894" sldId="278"/>
        </pc:sldMkLst>
        <pc:spChg chg="mod">
          <ac:chgData name="X00226717 Leo Ennis" userId="S::x00226717@mytudublin.ie::5ac98a8f-c0fc-4808-8bba-6b37ba6c919f" providerId="AD" clId="Web-{7FF25D14-86DA-DC49-3DE5-78765F345E28}" dt="2026-03-25T19:41:45.441" v="29" actId="20577"/>
          <ac:spMkLst>
            <pc:docMk/>
            <pc:sldMk cId="2475089894" sldId="278"/>
            <ac:spMk id="2" creationId="{504795B0-AFC3-2999-E0B4-FAB9F5BD2039}"/>
          </ac:spMkLst>
        </pc:spChg>
        <pc:spChg chg="mod">
          <ac:chgData name="X00226717 Leo Ennis" userId="S::x00226717@mytudublin.ie::5ac98a8f-c0fc-4808-8bba-6b37ba6c919f" providerId="AD" clId="Web-{7FF25D14-86DA-DC49-3DE5-78765F345E28}" dt="2026-03-25T20:02:32.133" v="243" actId="20577"/>
          <ac:spMkLst>
            <pc:docMk/>
            <pc:sldMk cId="2475089894" sldId="278"/>
            <ac:spMk id="3" creationId="{B6143A6C-9064-517D-7094-7E82354DB976}"/>
          </ac:spMkLst>
        </pc:spChg>
      </pc:sldChg>
    </pc:docChg>
  </pc:docChgLst>
  <pc:docChgLst>
    <pc:chgData name="X00220405 Illia Lysennyi" userId="S::x00220405@mytudublin.ie::669ed758-3929-4c31-981a-decee79f9127" providerId="AD" clId="Web-{2C56ACDC-0F65-7BAD-3182-81DB0EF21BDD}"/>
    <pc:docChg chg="addSld modSld sldOrd">
      <pc:chgData name="X00220405 Illia Lysennyi" userId="S::x00220405@mytudublin.ie::669ed758-3929-4c31-981a-decee79f9127" providerId="AD" clId="Web-{2C56ACDC-0F65-7BAD-3182-81DB0EF21BDD}" dt="2026-03-25T20:38:13.575" v="158" actId="20577"/>
      <pc:docMkLst>
        <pc:docMk/>
      </pc:docMkLst>
      <pc:sldChg chg="modSp ord">
        <pc:chgData name="X00220405 Illia Lysennyi" userId="S::x00220405@mytudublin.ie::669ed758-3929-4c31-981a-decee79f9127" providerId="AD" clId="Web-{2C56ACDC-0F65-7BAD-3182-81DB0EF21BDD}" dt="2026-03-25T19:35:29.754" v="19"/>
        <pc:sldMkLst>
          <pc:docMk/>
          <pc:sldMk cId="0" sldId="271"/>
        </pc:sldMkLst>
        <pc:spChg chg="mod">
          <ac:chgData name="X00220405 Illia Lysennyi" userId="S::x00220405@mytudublin.ie::669ed758-3929-4c31-981a-decee79f9127" providerId="AD" clId="Web-{2C56ACDC-0F65-7BAD-3182-81DB0EF21BDD}" dt="2026-03-25T19:33:45.875" v="4" actId="20577"/>
          <ac:spMkLst>
            <pc:docMk/>
            <pc:sldMk cId="0" sldId="271"/>
            <ac:spMk id="298" creationId="{00000000-0000-0000-0000-000000000000}"/>
          </ac:spMkLst>
        </pc:spChg>
        <pc:spChg chg="mod">
          <ac:chgData name="X00220405 Illia Lysennyi" userId="S::x00220405@mytudublin.ie::669ed758-3929-4c31-981a-decee79f9127" providerId="AD" clId="Web-{2C56ACDC-0F65-7BAD-3182-81DB0EF21BDD}" dt="2026-03-25T19:34:01.235" v="16" actId="20577"/>
          <ac:spMkLst>
            <pc:docMk/>
            <pc:sldMk cId="0" sldId="271"/>
            <ac:spMk id="299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2C56ACDC-0F65-7BAD-3182-81DB0EF21BDD}" dt="2026-03-25T20:11:25.218" v="33" actId="20577"/>
        <pc:sldMkLst>
          <pc:docMk/>
          <pc:sldMk cId="0" sldId="274"/>
        </pc:sldMkLst>
        <pc:spChg chg="mod">
          <ac:chgData name="X00220405 Illia Lysennyi" userId="S::x00220405@mytudublin.ie::669ed758-3929-4c31-981a-decee79f9127" providerId="AD" clId="Web-{2C56ACDC-0F65-7BAD-3182-81DB0EF21BDD}" dt="2026-03-25T20:10:31.999" v="28" actId="1076"/>
          <ac:spMkLst>
            <pc:docMk/>
            <pc:sldMk cId="0" sldId="274"/>
            <ac:spMk id="306" creationId="{00000000-0000-0000-0000-000000000000}"/>
          </ac:spMkLst>
        </pc:spChg>
        <pc:spChg chg="mod">
          <ac:chgData name="X00220405 Illia Lysennyi" userId="S::x00220405@mytudublin.ie::669ed758-3929-4c31-981a-decee79f9127" providerId="AD" clId="Web-{2C56ACDC-0F65-7BAD-3182-81DB0EF21BDD}" dt="2026-03-25T20:11:25.218" v="33" actId="20577"/>
          <ac:spMkLst>
            <pc:docMk/>
            <pc:sldMk cId="0" sldId="274"/>
            <ac:spMk id="307" creationId="{00000000-0000-0000-0000-000000000000}"/>
          </ac:spMkLst>
        </pc:spChg>
      </pc:sldChg>
      <pc:sldChg chg="addSp delSp modSp">
        <pc:chgData name="X00220405 Illia Lysennyi" userId="S::x00220405@mytudublin.ie::669ed758-3929-4c31-981a-decee79f9127" providerId="AD" clId="Web-{2C56ACDC-0F65-7BAD-3182-81DB0EF21BDD}" dt="2026-03-25T19:34:29.002" v="18"/>
        <pc:sldMkLst>
          <pc:docMk/>
          <pc:sldMk cId="13715524" sldId="277"/>
        </pc:sldMkLst>
        <pc:spChg chg="add mod">
          <ac:chgData name="X00220405 Illia Lysennyi" userId="S::x00220405@mytudublin.ie::669ed758-3929-4c31-981a-decee79f9127" providerId="AD" clId="Web-{2C56ACDC-0F65-7BAD-3182-81DB0EF21BDD}" dt="2026-03-25T19:34:29.002" v="18"/>
          <ac:spMkLst>
            <pc:docMk/>
            <pc:sldMk cId="13715524" sldId="277"/>
            <ac:spMk id="3" creationId="{578300FD-B7B8-6D4D-01B4-DDE1406181F3}"/>
          </ac:spMkLst>
        </pc:spChg>
        <pc:spChg chg="del">
          <ac:chgData name="X00220405 Illia Lysennyi" userId="S::x00220405@mytudublin.ie::669ed758-3929-4c31-981a-decee79f9127" providerId="AD" clId="Web-{2C56ACDC-0F65-7BAD-3182-81DB0EF21BDD}" dt="2026-03-25T19:34:29.002" v="18"/>
          <ac:spMkLst>
            <pc:docMk/>
            <pc:sldMk cId="13715524" sldId="277"/>
            <ac:spMk id="239" creationId="{8E52E22C-57B7-CBEB-6D50-D846365A5F7F}"/>
          </ac:spMkLst>
        </pc:spChg>
        <pc:spChg chg="mod">
          <ac:chgData name="X00220405 Illia Lysennyi" userId="S::x00220405@mytudublin.ie::669ed758-3929-4c31-981a-decee79f9127" providerId="AD" clId="Web-{2C56ACDC-0F65-7BAD-3182-81DB0EF21BDD}" dt="2026-03-25T19:34:25.455" v="17" actId="1076"/>
          <ac:spMkLst>
            <pc:docMk/>
            <pc:sldMk cId="13715524" sldId="277"/>
            <ac:spMk id="308" creationId="{00000000-0000-0000-0000-000000000000}"/>
          </ac:spMkLst>
        </pc:spChg>
      </pc:sldChg>
      <pc:sldChg chg="modSp">
        <pc:chgData name="X00220405 Illia Lysennyi" userId="S::x00220405@mytudublin.ie::669ed758-3929-4c31-981a-decee79f9127" providerId="AD" clId="Web-{2C56ACDC-0F65-7BAD-3182-81DB0EF21BDD}" dt="2026-03-25T20:01:57.557" v="21" actId="1076"/>
        <pc:sldMkLst>
          <pc:docMk/>
          <pc:sldMk cId="2475089894" sldId="278"/>
        </pc:sldMkLst>
        <pc:spChg chg="mod">
          <ac:chgData name="X00220405 Illia Lysennyi" userId="S::x00220405@mytudublin.ie::669ed758-3929-4c31-981a-decee79f9127" providerId="AD" clId="Web-{2C56ACDC-0F65-7BAD-3182-81DB0EF21BDD}" dt="2026-03-25T20:01:57.557" v="21" actId="1076"/>
          <ac:spMkLst>
            <pc:docMk/>
            <pc:sldMk cId="2475089894" sldId="278"/>
            <ac:spMk id="3" creationId="{B6143A6C-9064-517D-7094-7E82354DB976}"/>
          </ac:spMkLst>
        </pc:spChg>
      </pc:sldChg>
      <pc:sldChg chg="modSp add replId">
        <pc:chgData name="X00220405 Illia Lysennyi" userId="S::x00220405@mytudublin.ie::669ed758-3929-4c31-981a-decee79f9127" providerId="AD" clId="Web-{2C56ACDC-0F65-7BAD-3182-81DB0EF21BDD}" dt="2026-03-25T20:38:13.575" v="158" actId="20577"/>
        <pc:sldMkLst>
          <pc:docMk/>
          <pc:sldMk cId="3188562480" sldId="280"/>
        </pc:sldMkLst>
        <pc:spChg chg="mod">
          <ac:chgData name="X00220405 Illia Lysennyi" userId="S::x00220405@mytudublin.ie::669ed758-3929-4c31-981a-decee79f9127" providerId="AD" clId="Web-{2C56ACDC-0F65-7BAD-3182-81DB0EF21BDD}" dt="2026-03-25T20:38:01.246" v="156" actId="20577"/>
          <ac:spMkLst>
            <pc:docMk/>
            <pc:sldMk cId="3188562480" sldId="280"/>
            <ac:spMk id="2" creationId="{AFF4DA22-56C7-8B67-0BB4-51BD2D4F60F7}"/>
          </ac:spMkLst>
        </pc:spChg>
        <pc:spChg chg="mod">
          <ac:chgData name="X00220405 Illia Lysennyi" userId="S::x00220405@mytudublin.ie::669ed758-3929-4c31-981a-decee79f9127" providerId="AD" clId="Web-{2C56ACDC-0F65-7BAD-3182-81DB0EF21BDD}" dt="2026-03-25T20:38:13.575" v="158" actId="20577"/>
          <ac:spMkLst>
            <pc:docMk/>
            <pc:sldMk cId="3188562480" sldId="280"/>
            <ac:spMk id="3" creationId="{6C9A6280-E4F4-9B28-9059-25D8461A130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55960"/>
            <a:ext cx="416052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1774080"/>
            <a:ext cx="4675680" cy="109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69;p13"/>
          <p:cNvGrpSpPr/>
          <p:nvPr/>
        </p:nvGrpSpPr>
        <p:grpSpPr>
          <a:xfrm>
            <a:off x="-417600" y="-428760"/>
            <a:ext cx="9978840" cy="6000480"/>
            <a:chOff x="-417600" y="-428760"/>
            <a:chExt cx="9978840" cy="6000480"/>
          </a:xfrm>
        </p:grpSpPr>
        <p:sp>
          <p:nvSpPr>
            <p:cNvPr id="6" name="Google Shape;70;p13"/>
            <p:cNvSpPr/>
            <p:nvPr/>
          </p:nvSpPr>
          <p:spPr>
            <a:xfrm>
              <a:off x="42084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71;p13"/>
            <p:cNvSpPr/>
            <p:nvPr/>
          </p:nvSpPr>
          <p:spPr>
            <a:xfrm>
              <a:off x="788436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72;p13"/>
            <p:cNvSpPr/>
            <p:nvPr/>
          </p:nvSpPr>
          <p:spPr>
            <a:xfrm>
              <a:off x="8430840" y="55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73;p13"/>
            <p:cNvSpPr/>
            <p:nvPr/>
          </p:nvSpPr>
          <p:spPr>
            <a:xfrm>
              <a:off x="8430840" y="746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74;p13"/>
            <p:cNvSpPr/>
            <p:nvPr/>
          </p:nvSpPr>
          <p:spPr>
            <a:xfrm>
              <a:off x="-125640" y="55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75;p13"/>
            <p:cNvSpPr/>
            <p:nvPr/>
          </p:nvSpPr>
          <p:spPr>
            <a:xfrm>
              <a:off x="-125640" y="746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76;p13"/>
            <p:cNvSpPr/>
            <p:nvPr/>
          </p:nvSpPr>
          <p:spPr>
            <a:xfrm>
              <a:off x="-417600" y="4604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77;p13"/>
            <p:cNvSpPr/>
            <p:nvPr/>
          </p:nvSpPr>
          <p:spPr>
            <a:xfrm>
              <a:off x="8722800" y="4604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1505520" y="12070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title"/>
          </p:nvPr>
        </p:nvSpPr>
        <p:spPr>
          <a:xfrm>
            <a:off x="1505520" y="293940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4204800" y="12070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title"/>
          </p:nvPr>
        </p:nvSpPr>
        <p:spPr>
          <a:xfrm>
            <a:off x="4204800" y="293940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title"/>
          </p:nvPr>
        </p:nvSpPr>
        <p:spPr>
          <a:xfrm>
            <a:off x="6904080" y="12070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7"/>
          <p:cNvSpPr>
            <a:spLocks noGrp="1"/>
          </p:cNvSpPr>
          <p:nvPr>
            <p:ph type="title"/>
          </p:nvPr>
        </p:nvSpPr>
        <p:spPr>
          <a:xfrm>
            <a:off x="6904080" y="293940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98;p14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22" name="Google Shape;99;p14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00;p14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01;p14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02;p14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03;p14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04;p14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105;p14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106;p14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226520" y="3229560"/>
            <a:ext cx="6690960" cy="5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110;p15"/>
          <p:cNvGrpSpPr/>
          <p:nvPr/>
        </p:nvGrpSpPr>
        <p:grpSpPr>
          <a:xfrm>
            <a:off x="-534960" y="-37440"/>
            <a:ext cx="10207440" cy="5621040"/>
            <a:chOff x="-534960" y="-37440"/>
            <a:chExt cx="10207440" cy="5621040"/>
          </a:xfrm>
        </p:grpSpPr>
        <p:sp>
          <p:nvSpPr>
            <p:cNvPr id="32" name="Google Shape;111;p15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12;p15"/>
            <p:cNvSpPr/>
            <p:nvPr/>
          </p:nvSpPr>
          <p:spPr>
            <a:xfrm>
              <a:off x="-53496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113;p15"/>
            <p:cNvSpPr/>
            <p:nvPr/>
          </p:nvSpPr>
          <p:spPr>
            <a:xfrm rot="10800000">
              <a:off x="8834040" y="-37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114;p15"/>
            <p:cNvSpPr/>
            <p:nvPr/>
          </p:nvSpPr>
          <p:spPr>
            <a:xfrm rot="10800000">
              <a:off x="8431200" y="419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115;p15"/>
            <p:cNvSpPr/>
            <p:nvPr/>
          </p:nvSpPr>
          <p:spPr>
            <a:xfrm flipH="1">
              <a:off x="842328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16;p15"/>
            <p:cNvSpPr/>
            <p:nvPr/>
          </p:nvSpPr>
          <p:spPr>
            <a:xfrm flipH="1">
              <a:off x="883296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117;p15"/>
            <p:cNvSpPr/>
            <p:nvPr/>
          </p:nvSpPr>
          <p:spPr>
            <a:xfrm rot="10800000" flipH="1">
              <a:off x="-528840" y="-3744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118;p15"/>
            <p:cNvSpPr/>
            <p:nvPr/>
          </p:nvSpPr>
          <p:spPr>
            <a:xfrm rot="10800000" flipH="1">
              <a:off x="-126000" y="419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21;p16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42" name="Google Shape;122;p16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23;p16"/>
            <p:cNvSpPr/>
            <p:nvPr/>
          </p:nvSpPr>
          <p:spPr>
            <a:xfrm>
              <a:off x="-1256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24;p16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25;p16"/>
            <p:cNvSpPr/>
            <p:nvPr/>
          </p:nvSpPr>
          <p:spPr>
            <a:xfrm rot="10800000" flipH="1">
              <a:off x="34668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26;p16"/>
            <p:cNvSpPr/>
            <p:nvPr/>
          </p:nvSpPr>
          <p:spPr>
            <a:xfrm rot="10800000">
              <a:off x="7958520" y="-428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127;p16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128;p16"/>
            <p:cNvSpPr/>
            <p:nvPr/>
          </p:nvSpPr>
          <p:spPr>
            <a:xfrm>
              <a:off x="84308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129;p16"/>
            <p:cNvSpPr/>
            <p:nvPr/>
          </p:nvSpPr>
          <p:spPr>
            <a:xfrm>
              <a:off x="84308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132;p17"/>
          <p:cNvGrpSpPr/>
          <p:nvPr/>
        </p:nvGrpSpPr>
        <p:grpSpPr>
          <a:xfrm>
            <a:off x="-549000" y="-585000"/>
            <a:ext cx="10241640" cy="6168600"/>
            <a:chOff x="-549000" y="-585000"/>
            <a:chExt cx="10241640" cy="6168600"/>
          </a:xfrm>
        </p:grpSpPr>
        <p:sp>
          <p:nvSpPr>
            <p:cNvPr id="52" name="Google Shape;133;p17"/>
            <p:cNvSpPr/>
            <p:nvPr/>
          </p:nvSpPr>
          <p:spPr>
            <a:xfrm>
              <a:off x="29376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34;p17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135;p17"/>
            <p:cNvSpPr/>
            <p:nvPr/>
          </p:nvSpPr>
          <p:spPr>
            <a:xfrm rot="10800000" flipH="1">
              <a:off x="-129600" y="4500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36;p17"/>
            <p:cNvSpPr/>
            <p:nvPr/>
          </p:nvSpPr>
          <p:spPr>
            <a:xfrm rot="10800000" flipH="1">
              <a:off x="-549360" y="4536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37;p17"/>
            <p:cNvSpPr/>
            <p:nvPr/>
          </p:nvSpPr>
          <p:spPr>
            <a:xfrm>
              <a:off x="185040" y="-585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138;p17"/>
            <p:cNvSpPr/>
            <p:nvPr/>
          </p:nvSpPr>
          <p:spPr>
            <a:xfrm rot="10800000">
              <a:off x="8434800" y="450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139;p17"/>
            <p:cNvSpPr/>
            <p:nvPr/>
          </p:nvSpPr>
          <p:spPr>
            <a:xfrm rot="10800000">
              <a:off x="8854200" y="45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140;p17"/>
            <p:cNvSpPr/>
            <p:nvPr/>
          </p:nvSpPr>
          <p:spPr>
            <a:xfrm flipH="1">
              <a:off x="8119440" y="-5850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2" name="Google Shape;144;p18"/>
          <p:cNvGrpSpPr/>
          <p:nvPr/>
        </p:nvGrpSpPr>
        <p:grpSpPr>
          <a:xfrm>
            <a:off x="-476640" y="2900520"/>
            <a:ext cx="10096920" cy="2864880"/>
            <a:chOff x="-476640" y="2900520"/>
            <a:chExt cx="10096920" cy="2864880"/>
          </a:xfrm>
        </p:grpSpPr>
        <p:grpSp>
          <p:nvGrpSpPr>
            <p:cNvPr id="63" name="Google Shape;145;p18"/>
            <p:cNvGrpSpPr/>
            <p:nvPr/>
          </p:nvGrpSpPr>
          <p:grpSpPr>
            <a:xfrm>
              <a:off x="-476640" y="2900520"/>
              <a:ext cx="10096920" cy="2864880"/>
              <a:chOff x="-476640" y="2900520"/>
              <a:chExt cx="10096920" cy="2864880"/>
            </a:xfrm>
          </p:grpSpPr>
          <p:sp>
            <p:nvSpPr>
              <p:cNvPr id="64" name="Google Shape;146;p18"/>
              <p:cNvSpPr/>
              <p:nvPr/>
            </p:nvSpPr>
            <p:spPr>
              <a:xfrm rot="10800000" flipH="1">
                <a:off x="-267120" y="29005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147;p18"/>
              <p:cNvSpPr/>
              <p:nvPr/>
            </p:nvSpPr>
            <p:spPr>
              <a:xfrm>
                <a:off x="-90720" y="44251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148;p18"/>
              <p:cNvSpPr/>
              <p:nvPr/>
            </p:nvSpPr>
            <p:spPr>
              <a:xfrm>
                <a:off x="-476640" y="352296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149;p18"/>
              <p:cNvSpPr/>
              <p:nvPr/>
            </p:nvSpPr>
            <p:spPr>
              <a:xfrm rot="10800000">
                <a:off x="8572320" y="29005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150;p18"/>
              <p:cNvSpPr/>
              <p:nvPr/>
            </p:nvSpPr>
            <p:spPr>
              <a:xfrm flipH="1">
                <a:off x="8395200" y="44251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" name="Google Shape;151;p18"/>
              <p:cNvSpPr/>
              <p:nvPr/>
            </p:nvSpPr>
            <p:spPr>
              <a:xfrm flipH="1">
                <a:off x="8781480" y="352296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152;p18"/>
              <p:cNvSpPr/>
              <p:nvPr/>
            </p:nvSpPr>
            <p:spPr>
              <a:xfrm rot="10800000">
                <a:off x="8010360" y="47977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71" name="Google Shape;153;p18"/>
            <p:cNvSpPr/>
            <p:nvPr/>
          </p:nvSpPr>
          <p:spPr>
            <a:xfrm rot="10800000" flipH="1">
              <a:off x="293400" y="47977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155;p19"/>
          <p:cNvGrpSpPr/>
          <p:nvPr/>
        </p:nvGrpSpPr>
        <p:grpSpPr>
          <a:xfrm>
            <a:off x="-145080" y="-504000"/>
            <a:ext cx="9434160" cy="6151320"/>
            <a:chOff x="-145080" y="-504000"/>
            <a:chExt cx="9434160" cy="6151320"/>
          </a:xfrm>
        </p:grpSpPr>
        <p:sp>
          <p:nvSpPr>
            <p:cNvPr id="73" name="Google Shape;156;p19"/>
            <p:cNvSpPr/>
            <p:nvPr/>
          </p:nvSpPr>
          <p:spPr>
            <a:xfrm rot="10800000" flipH="1">
              <a:off x="534240" y="467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157;p19"/>
            <p:cNvSpPr/>
            <p:nvPr/>
          </p:nvSpPr>
          <p:spPr>
            <a:xfrm>
              <a:off x="-145080" y="3924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158;p19"/>
            <p:cNvSpPr/>
            <p:nvPr/>
          </p:nvSpPr>
          <p:spPr>
            <a:xfrm>
              <a:off x="-145080" y="4419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159;p19"/>
            <p:cNvSpPr/>
            <p:nvPr/>
          </p:nvSpPr>
          <p:spPr>
            <a:xfrm flipH="1">
              <a:off x="8430120" y="46443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160;p19"/>
            <p:cNvSpPr/>
            <p:nvPr/>
          </p:nvSpPr>
          <p:spPr>
            <a:xfrm rot="10800000" flipH="1">
              <a:off x="-126000" y="-428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161;p19"/>
            <p:cNvSpPr/>
            <p:nvPr/>
          </p:nvSpPr>
          <p:spPr>
            <a:xfrm flipH="1">
              <a:off x="7769880" y="-5040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162;p19"/>
            <p:cNvSpPr/>
            <p:nvPr/>
          </p:nvSpPr>
          <p:spPr>
            <a:xfrm rot="10800000">
              <a:off x="8450640" y="251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163;p19"/>
            <p:cNvSpPr/>
            <p:nvPr/>
          </p:nvSpPr>
          <p:spPr>
            <a:xfrm rot="10800000">
              <a:off x="8450640" y="-244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20000" y="1270440"/>
            <a:ext cx="3777120" cy="170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5122080" y="1060200"/>
            <a:ext cx="3108960" cy="31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168;p20"/>
          <p:cNvGrpSpPr/>
          <p:nvPr/>
        </p:nvGrpSpPr>
        <p:grpSpPr>
          <a:xfrm>
            <a:off x="-247320" y="-445680"/>
            <a:ext cx="9637920" cy="6029280"/>
            <a:chOff x="-247320" y="-445680"/>
            <a:chExt cx="9637920" cy="6029280"/>
          </a:xfrm>
        </p:grpSpPr>
        <p:sp>
          <p:nvSpPr>
            <p:cNvPr id="84" name="Google Shape;169;p20"/>
            <p:cNvSpPr/>
            <p:nvPr/>
          </p:nvSpPr>
          <p:spPr>
            <a:xfrm>
              <a:off x="-125640" y="44532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170;p20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171;p20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72;p20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73;p20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74;p20"/>
            <p:cNvSpPr/>
            <p:nvPr/>
          </p:nvSpPr>
          <p:spPr>
            <a:xfrm rot="10800000">
              <a:off x="8431200" y="-403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175;p20"/>
            <p:cNvSpPr/>
            <p:nvPr/>
          </p:nvSpPr>
          <p:spPr>
            <a:xfrm>
              <a:off x="-125640" y="3996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176;p20"/>
            <p:cNvSpPr/>
            <p:nvPr/>
          </p:nvSpPr>
          <p:spPr>
            <a:xfrm>
              <a:off x="8430840" y="468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20000" y="1637640"/>
            <a:ext cx="3597480" cy="106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13160" y="2384280"/>
            <a:ext cx="434412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title"/>
          </p:nvPr>
        </p:nvSpPr>
        <p:spPr>
          <a:xfrm>
            <a:off x="713160" y="1468440"/>
            <a:ext cx="126396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180;p21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96" name="Google Shape;181;p21"/>
            <p:cNvSpPr/>
            <p:nvPr/>
          </p:nvSpPr>
          <p:spPr>
            <a:xfrm flipH="1">
              <a:off x="8430120" y="4453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82;p21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183;p21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84;p21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85;p21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186;p21"/>
            <p:cNvSpPr/>
            <p:nvPr/>
          </p:nvSpPr>
          <p:spPr>
            <a:xfrm rot="10800000" flipH="1">
              <a:off x="-126000" y="-403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187;p21"/>
            <p:cNvSpPr/>
            <p:nvPr/>
          </p:nvSpPr>
          <p:spPr>
            <a:xfrm flipH="1">
              <a:off x="8430120" y="39967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88;p21"/>
            <p:cNvSpPr/>
            <p:nvPr/>
          </p:nvSpPr>
          <p:spPr>
            <a:xfrm flipH="1">
              <a:off x="-126360" y="468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837320" y="1796400"/>
            <a:ext cx="359316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92;p22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106" name="Google Shape;193;p22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94;p22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95;p22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196;p22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197;p22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98;p22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99;p22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200;p22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102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204;p23"/>
          <p:cNvGrpSpPr/>
          <p:nvPr/>
        </p:nvGrpSpPr>
        <p:grpSpPr>
          <a:xfrm>
            <a:off x="-534960" y="-37440"/>
            <a:ext cx="10207440" cy="5621040"/>
            <a:chOff x="-534960" y="-37440"/>
            <a:chExt cx="10207440" cy="5621040"/>
          </a:xfrm>
        </p:grpSpPr>
        <p:sp>
          <p:nvSpPr>
            <p:cNvPr id="117" name="Google Shape;205;p23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206;p23"/>
            <p:cNvSpPr/>
            <p:nvPr/>
          </p:nvSpPr>
          <p:spPr>
            <a:xfrm>
              <a:off x="-53496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207;p23"/>
            <p:cNvSpPr/>
            <p:nvPr/>
          </p:nvSpPr>
          <p:spPr>
            <a:xfrm rot="10800000">
              <a:off x="8834040" y="-37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208;p23"/>
            <p:cNvSpPr/>
            <p:nvPr/>
          </p:nvSpPr>
          <p:spPr>
            <a:xfrm rot="10800000">
              <a:off x="8431200" y="419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09;p23"/>
            <p:cNvSpPr/>
            <p:nvPr/>
          </p:nvSpPr>
          <p:spPr>
            <a:xfrm flipH="1">
              <a:off x="842328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10;p23"/>
            <p:cNvSpPr/>
            <p:nvPr/>
          </p:nvSpPr>
          <p:spPr>
            <a:xfrm flipH="1">
              <a:off x="883296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211;p23"/>
            <p:cNvSpPr/>
            <p:nvPr/>
          </p:nvSpPr>
          <p:spPr>
            <a:xfrm rot="10800000" flipH="1">
              <a:off x="-528840" y="-3744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212;p23"/>
            <p:cNvSpPr/>
            <p:nvPr/>
          </p:nvSpPr>
          <p:spPr>
            <a:xfrm rot="10800000" flipH="1">
              <a:off x="-126000" y="419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14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216;p24"/>
          <p:cNvGrpSpPr/>
          <p:nvPr/>
        </p:nvGrpSpPr>
        <p:grpSpPr>
          <a:xfrm>
            <a:off x="-310320" y="3500640"/>
            <a:ext cx="9764280" cy="2328120"/>
            <a:chOff x="-310320" y="3500640"/>
            <a:chExt cx="9764280" cy="2328120"/>
          </a:xfrm>
        </p:grpSpPr>
        <p:sp>
          <p:nvSpPr>
            <p:cNvPr id="128" name="Google Shape;217;p24"/>
            <p:cNvSpPr/>
            <p:nvPr/>
          </p:nvSpPr>
          <p:spPr>
            <a:xfrm rot="10800000" flipH="1">
              <a:off x="927000" y="46303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218;p24"/>
            <p:cNvSpPr/>
            <p:nvPr/>
          </p:nvSpPr>
          <p:spPr>
            <a:xfrm rot="10800000" flipH="1">
              <a:off x="272520" y="48610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219;p24"/>
            <p:cNvSpPr/>
            <p:nvPr/>
          </p:nvSpPr>
          <p:spPr>
            <a:xfrm>
              <a:off x="-310320" y="3996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220;p24"/>
            <p:cNvSpPr/>
            <p:nvPr/>
          </p:nvSpPr>
          <p:spPr>
            <a:xfrm>
              <a:off x="-125640" y="3500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221;p24"/>
            <p:cNvSpPr/>
            <p:nvPr/>
          </p:nvSpPr>
          <p:spPr>
            <a:xfrm flipH="1">
              <a:off x="8615160" y="39963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222;p24"/>
            <p:cNvSpPr/>
            <p:nvPr/>
          </p:nvSpPr>
          <p:spPr>
            <a:xfrm flipH="1">
              <a:off x="8423280" y="3500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223;p24"/>
            <p:cNvSpPr/>
            <p:nvPr/>
          </p:nvSpPr>
          <p:spPr>
            <a:xfrm rot="10800000">
              <a:off x="7378200" y="46303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24;p24"/>
            <p:cNvSpPr/>
            <p:nvPr/>
          </p:nvSpPr>
          <p:spPr>
            <a:xfrm rot="10800000">
              <a:off x="8032680" y="486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231;p25"/>
          <p:cNvGrpSpPr/>
          <p:nvPr/>
        </p:nvGrpSpPr>
        <p:grpSpPr>
          <a:xfrm>
            <a:off x="-655560" y="3436920"/>
            <a:ext cx="10454760" cy="2310840"/>
            <a:chOff x="-655560" y="3436920"/>
            <a:chExt cx="10454760" cy="2310840"/>
          </a:xfrm>
        </p:grpSpPr>
        <p:sp>
          <p:nvSpPr>
            <p:cNvPr id="138" name="Google Shape;232;p25"/>
            <p:cNvSpPr/>
            <p:nvPr/>
          </p:nvSpPr>
          <p:spPr>
            <a:xfrm rot="10800000" flipH="1">
              <a:off x="-137160" y="3436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233;p25"/>
            <p:cNvSpPr/>
            <p:nvPr/>
          </p:nvSpPr>
          <p:spPr>
            <a:xfrm>
              <a:off x="183240" y="4541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234;p25"/>
            <p:cNvSpPr/>
            <p:nvPr/>
          </p:nvSpPr>
          <p:spPr>
            <a:xfrm rot="10800000" flipH="1">
              <a:off x="-655920" y="390348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235;p25"/>
            <p:cNvSpPr/>
            <p:nvPr/>
          </p:nvSpPr>
          <p:spPr>
            <a:xfrm rot="10800000">
              <a:off x="8442360" y="3436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236;p25"/>
            <p:cNvSpPr/>
            <p:nvPr/>
          </p:nvSpPr>
          <p:spPr>
            <a:xfrm flipH="1">
              <a:off x="8121240" y="4541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237;p25"/>
            <p:cNvSpPr/>
            <p:nvPr/>
          </p:nvSpPr>
          <p:spPr>
            <a:xfrm rot="10800000">
              <a:off x="8960760" y="3903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238;p25"/>
            <p:cNvSpPr/>
            <p:nvPr/>
          </p:nvSpPr>
          <p:spPr>
            <a:xfrm rot="10800000">
              <a:off x="7719120" y="4780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239;p25"/>
            <p:cNvSpPr/>
            <p:nvPr/>
          </p:nvSpPr>
          <p:spPr>
            <a:xfrm rot="10800000">
              <a:off x="586800" y="4780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244;p26"/>
          <p:cNvGrpSpPr/>
          <p:nvPr/>
        </p:nvGrpSpPr>
        <p:grpSpPr>
          <a:xfrm>
            <a:off x="-512280" y="-358200"/>
            <a:ext cx="10169640" cy="5930280"/>
            <a:chOff x="-512280" y="-358200"/>
            <a:chExt cx="10169640" cy="5930280"/>
          </a:xfrm>
        </p:grpSpPr>
        <p:sp>
          <p:nvSpPr>
            <p:cNvPr id="148" name="Google Shape;245;p26"/>
            <p:cNvSpPr/>
            <p:nvPr/>
          </p:nvSpPr>
          <p:spPr>
            <a:xfrm flipH="1">
              <a:off x="8430120" y="40741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246;p26"/>
            <p:cNvSpPr/>
            <p:nvPr/>
          </p:nvSpPr>
          <p:spPr>
            <a:xfrm rot="10800000">
              <a:off x="8818920" y="183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247;p26"/>
            <p:cNvSpPr/>
            <p:nvPr/>
          </p:nvSpPr>
          <p:spPr>
            <a:xfrm rot="10800000">
              <a:off x="8011800" y="4604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248;p26"/>
            <p:cNvSpPr/>
            <p:nvPr/>
          </p:nvSpPr>
          <p:spPr>
            <a:xfrm flipH="1">
              <a:off x="8430120" y="-358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49;p26"/>
            <p:cNvSpPr/>
            <p:nvPr/>
          </p:nvSpPr>
          <p:spPr>
            <a:xfrm>
              <a:off x="-124200" y="407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250;p26"/>
            <p:cNvSpPr/>
            <p:nvPr/>
          </p:nvSpPr>
          <p:spPr>
            <a:xfrm rot="10800000" flipH="1">
              <a:off x="-512640" y="18324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251;p26"/>
            <p:cNvSpPr/>
            <p:nvPr/>
          </p:nvSpPr>
          <p:spPr>
            <a:xfrm rot="10800000" flipH="1">
              <a:off x="294840" y="4604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252;p26"/>
            <p:cNvSpPr/>
            <p:nvPr/>
          </p:nvSpPr>
          <p:spPr>
            <a:xfrm>
              <a:off x="-124200" y="-3582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261;p27"/>
          <p:cNvGrpSpPr/>
          <p:nvPr/>
        </p:nvGrpSpPr>
        <p:grpSpPr>
          <a:xfrm>
            <a:off x="-519480" y="2675160"/>
            <a:ext cx="10224360" cy="2743920"/>
            <a:chOff x="-519480" y="2675160"/>
            <a:chExt cx="10224360" cy="2743920"/>
          </a:xfrm>
        </p:grpSpPr>
        <p:sp>
          <p:nvSpPr>
            <p:cNvPr id="158" name="Google Shape;262;p27"/>
            <p:cNvSpPr/>
            <p:nvPr/>
          </p:nvSpPr>
          <p:spPr>
            <a:xfrm rot="10800000" flipH="1">
              <a:off x="-119160" y="308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263;p27"/>
            <p:cNvSpPr/>
            <p:nvPr/>
          </p:nvSpPr>
          <p:spPr>
            <a:xfrm rot="10800000" flipH="1">
              <a:off x="-519840" y="267516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264;p27"/>
            <p:cNvSpPr/>
            <p:nvPr/>
          </p:nvSpPr>
          <p:spPr>
            <a:xfrm>
              <a:off x="-519480" y="395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265;p27"/>
            <p:cNvSpPr/>
            <p:nvPr/>
          </p:nvSpPr>
          <p:spPr>
            <a:xfrm>
              <a:off x="21240" y="4451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266;p27"/>
            <p:cNvSpPr/>
            <p:nvPr/>
          </p:nvSpPr>
          <p:spPr>
            <a:xfrm rot="10800000">
              <a:off x="8465400" y="30852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267;p27"/>
            <p:cNvSpPr/>
            <p:nvPr/>
          </p:nvSpPr>
          <p:spPr>
            <a:xfrm rot="10800000">
              <a:off x="8866440" y="26751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268;p27"/>
            <p:cNvSpPr/>
            <p:nvPr/>
          </p:nvSpPr>
          <p:spPr>
            <a:xfrm flipH="1">
              <a:off x="8865360" y="395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269;p27"/>
            <p:cNvSpPr/>
            <p:nvPr/>
          </p:nvSpPr>
          <p:spPr>
            <a:xfrm flipH="1">
              <a:off x="8324640" y="44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280;p28"/>
          <p:cNvGrpSpPr/>
          <p:nvPr/>
        </p:nvGrpSpPr>
        <p:grpSpPr>
          <a:xfrm>
            <a:off x="-266400" y="3341880"/>
            <a:ext cx="9676800" cy="2320920"/>
            <a:chOff x="-266400" y="3341880"/>
            <a:chExt cx="9676800" cy="2320920"/>
          </a:xfrm>
        </p:grpSpPr>
        <p:sp>
          <p:nvSpPr>
            <p:cNvPr id="168" name="Google Shape;281;p28"/>
            <p:cNvSpPr/>
            <p:nvPr/>
          </p:nvSpPr>
          <p:spPr>
            <a:xfrm flipH="1">
              <a:off x="7440840" y="46951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282;p28"/>
            <p:cNvSpPr/>
            <p:nvPr/>
          </p:nvSpPr>
          <p:spPr>
            <a:xfrm>
              <a:off x="863640" y="4695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283;p28"/>
            <p:cNvSpPr/>
            <p:nvPr/>
          </p:nvSpPr>
          <p:spPr>
            <a:xfrm rot="10800000" flipH="1">
              <a:off x="-266760" y="40291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284;p28"/>
            <p:cNvSpPr/>
            <p:nvPr/>
          </p:nvSpPr>
          <p:spPr>
            <a:xfrm>
              <a:off x="153000" y="4524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285;p28"/>
            <p:cNvSpPr/>
            <p:nvPr/>
          </p:nvSpPr>
          <p:spPr>
            <a:xfrm rot="10800000" flipH="1">
              <a:off x="-151560" y="33418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286;p28"/>
            <p:cNvSpPr/>
            <p:nvPr/>
          </p:nvSpPr>
          <p:spPr>
            <a:xfrm rot="10800000">
              <a:off x="8571960" y="4029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287;p28"/>
            <p:cNvSpPr/>
            <p:nvPr/>
          </p:nvSpPr>
          <p:spPr>
            <a:xfrm flipH="1">
              <a:off x="8151840" y="45244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288;p28"/>
            <p:cNvSpPr/>
            <p:nvPr/>
          </p:nvSpPr>
          <p:spPr>
            <a:xfrm rot="10800000">
              <a:off x="8456760" y="33418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352040" y="638280"/>
            <a:ext cx="407844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title"/>
          </p:nvPr>
        </p:nvSpPr>
        <p:spPr>
          <a:xfrm>
            <a:off x="4352040" y="1990440"/>
            <a:ext cx="407844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title"/>
          </p:nvPr>
        </p:nvSpPr>
        <p:spPr>
          <a:xfrm>
            <a:off x="4352040" y="3342960"/>
            <a:ext cx="407844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13160" y="677520"/>
            <a:ext cx="50943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1" name="Google Shape;312;p30"/>
          <p:cNvSpPr/>
          <p:nvPr/>
        </p:nvSpPr>
        <p:spPr>
          <a:xfrm>
            <a:off x="713160" y="3611880"/>
            <a:ext cx="509436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6;p4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183" name="Google Shape;17;p4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8;p4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9;p4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20;p4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21;p4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22;p4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23;p4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24;p4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314;p31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194" name="Google Shape;315;p31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316;p31"/>
            <p:cNvSpPr/>
            <p:nvPr/>
          </p:nvSpPr>
          <p:spPr>
            <a:xfrm>
              <a:off x="-1256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317;p31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318;p31"/>
            <p:cNvSpPr/>
            <p:nvPr/>
          </p:nvSpPr>
          <p:spPr>
            <a:xfrm rot="10800000" flipH="1">
              <a:off x="34668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319;p31"/>
            <p:cNvSpPr/>
            <p:nvPr/>
          </p:nvSpPr>
          <p:spPr>
            <a:xfrm rot="10800000">
              <a:off x="7958520" y="-428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320;p31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321;p31"/>
            <p:cNvSpPr/>
            <p:nvPr/>
          </p:nvSpPr>
          <p:spPr>
            <a:xfrm>
              <a:off x="84308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322;p31"/>
            <p:cNvSpPr/>
            <p:nvPr/>
          </p:nvSpPr>
          <p:spPr>
            <a:xfrm>
              <a:off x="84308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324;p32"/>
          <p:cNvGrpSpPr/>
          <p:nvPr/>
        </p:nvGrpSpPr>
        <p:grpSpPr>
          <a:xfrm>
            <a:off x="-476640" y="2900520"/>
            <a:ext cx="10096920" cy="2864880"/>
            <a:chOff x="-476640" y="2900520"/>
            <a:chExt cx="10096920" cy="2864880"/>
          </a:xfrm>
        </p:grpSpPr>
        <p:grpSp>
          <p:nvGrpSpPr>
            <p:cNvPr id="203" name="Google Shape;325;p32"/>
            <p:cNvGrpSpPr/>
            <p:nvPr/>
          </p:nvGrpSpPr>
          <p:grpSpPr>
            <a:xfrm>
              <a:off x="-476640" y="2900520"/>
              <a:ext cx="10096920" cy="2864880"/>
              <a:chOff x="-476640" y="2900520"/>
              <a:chExt cx="10096920" cy="2864880"/>
            </a:xfrm>
          </p:grpSpPr>
          <p:sp>
            <p:nvSpPr>
              <p:cNvPr id="204" name="Google Shape;326;p32"/>
              <p:cNvSpPr/>
              <p:nvPr/>
            </p:nvSpPr>
            <p:spPr>
              <a:xfrm rot="10800000" flipH="1">
                <a:off x="-267120" y="29005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327;p32"/>
              <p:cNvSpPr/>
              <p:nvPr/>
            </p:nvSpPr>
            <p:spPr>
              <a:xfrm>
                <a:off x="-90720" y="44251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328;p32"/>
              <p:cNvSpPr/>
              <p:nvPr/>
            </p:nvSpPr>
            <p:spPr>
              <a:xfrm>
                <a:off x="-476640" y="352296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329;p32"/>
              <p:cNvSpPr/>
              <p:nvPr/>
            </p:nvSpPr>
            <p:spPr>
              <a:xfrm rot="10800000">
                <a:off x="8572320" y="29005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330;p32"/>
              <p:cNvSpPr/>
              <p:nvPr/>
            </p:nvSpPr>
            <p:spPr>
              <a:xfrm flipH="1">
                <a:off x="8395200" y="44251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331;p32"/>
              <p:cNvSpPr/>
              <p:nvPr/>
            </p:nvSpPr>
            <p:spPr>
              <a:xfrm flipH="1">
                <a:off x="8781480" y="352296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332;p32"/>
              <p:cNvSpPr/>
              <p:nvPr/>
            </p:nvSpPr>
            <p:spPr>
              <a:xfrm rot="10800000">
                <a:off x="8010360" y="47977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11" name="Google Shape;333;p32"/>
            <p:cNvSpPr/>
            <p:nvPr/>
          </p:nvSpPr>
          <p:spPr>
            <a:xfrm rot="10800000" flipH="1">
              <a:off x="293400" y="47977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8;p5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213" name="Google Shape;29;p5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30;p5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31;p5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32;p5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33;p5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34;p5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35;p5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36;p5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43;p6"/>
          <p:cNvGrpSpPr/>
          <p:nvPr/>
        </p:nvGrpSpPr>
        <p:grpSpPr>
          <a:xfrm>
            <a:off x="-247320" y="-283680"/>
            <a:ext cx="9637920" cy="5867280"/>
            <a:chOff x="-247320" y="-283680"/>
            <a:chExt cx="9637920" cy="5867280"/>
          </a:xfrm>
        </p:grpSpPr>
        <p:sp>
          <p:nvSpPr>
            <p:cNvPr id="223" name="Google Shape;44;p6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45;p6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46;p6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47;p6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48;p6"/>
            <p:cNvSpPr/>
            <p:nvPr/>
          </p:nvSpPr>
          <p:spPr>
            <a:xfrm rot="10800000" flipH="1">
              <a:off x="-126000" y="123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49;p6"/>
            <p:cNvSpPr/>
            <p:nvPr/>
          </p:nvSpPr>
          <p:spPr>
            <a:xfrm rot="10800000" flipH="1">
              <a:off x="-126000" y="-283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50;p6"/>
            <p:cNvSpPr/>
            <p:nvPr/>
          </p:nvSpPr>
          <p:spPr>
            <a:xfrm rot="10800000" flipH="1">
              <a:off x="8423640" y="123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51;p6"/>
            <p:cNvSpPr/>
            <p:nvPr/>
          </p:nvSpPr>
          <p:spPr>
            <a:xfrm rot="10800000" flipH="1">
              <a:off x="8423640" y="-283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5549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4292280" y="1663920"/>
            <a:ext cx="4138200" cy="18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862800" y="1655640"/>
            <a:ext cx="456732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6" name="PlaceHolder 2"/>
          <p:cNvSpPr>
            <a:spLocks noGrp="1"/>
          </p:cNvSpPr>
          <p:nvPr>
            <p:ph type="title"/>
          </p:nvPr>
        </p:nvSpPr>
        <p:spPr>
          <a:xfrm>
            <a:off x="720000" y="3942720"/>
            <a:ext cx="7703640" cy="644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logistic-regression" TargetMode="External"/><Relationship Id="rId2" Type="http://schemas.openxmlformats.org/officeDocument/2006/relationships/hyperlink" Target="https://xgboost.readthedocs.io/en/stable/faq.html" TargetMode="Externa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00994" y="418793"/>
            <a:ext cx="4614042" cy="238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4000">
                <a:solidFill>
                  <a:schemeClr val="dk1"/>
                </a:solidFill>
                <a:latin typeface="Arial"/>
              </a:rPr>
              <a:t>HEART DISEASE PREDICTION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subTitle"/>
          </p:nvPr>
        </p:nvSpPr>
        <p:spPr>
          <a:xfrm>
            <a:off x="714240" y="2792853"/>
            <a:ext cx="4827288" cy="14169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>
                <a:solidFill>
                  <a:schemeClr val="dk1"/>
                </a:solidFill>
                <a:latin typeface="Times New Roman"/>
                <a:cs typeface="Times New Roman"/>
              </a:rPr>
              <a:t>ILLIA LYSENNYI -       X00220405</a:t>
            </a:r>
            <a:endParaRPr lang="en-US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>
                <a:solidFill>
                  <a:schemeClr val="dk1"/>
                </a:solidFill>
                <a:latin typeface="Times New Roman"/>
                <a:cs typeface="Times New Roman"/>
              </a:rPr>
              <a:t>EMMANUEL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Times New Roman"/>
                <a:cs typeface="Times New Roman"/>
              </a:rPr>
              <a:t> FULFILLED </a:t>
            </a:r>
            <a:r>
              <a:rPr lang="en-US" sz="1500">
                <a:solidFill>
                  <a:schemeClr val="dk1"/>
                </a:solidFill>
                <a:latin typeface="Times New Roman"/>
                <a:cs typeface="Times New Roman"/>
              </a:rPr>
              <a:t>- 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Times New Roman"/>
                <a:cs typeface="Times New Roman"/>
              </a:rPr>
              <a:t>X00227373</a:t>
            </a:r>
            <a:endParaRPr lang="en-US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>
                <a:solidFill>
                  <a:schemeClr val="dk1"/>
                </a:solidFill>
                <a:latin typeface="Times New Roman"/>
                <a:cs typeface="Times New Roman"/>
              </a:rPr>
              <a:t>LEO ENNIS -                          X00226717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imes New Roman"/>
              <a:cs typeface="Times New Roman"/>
            </a:endParaRPr>
          </a:p>
        </p:txBody>
      </p:sp>
      <p:cxnSp>
        <p:nvCxnSpPr>
          <p:cNvPr id="240" name="Google Shape;346;p36"/>
          <p:cNvCxnSpPr/>
          <p:nvPr/>
        </p:nvCxnSpPr>
        <p:spPr>
          <a:xfrm>
            <a:off x="823320" y="987120"/>
            <a:ext cx="37368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  <p:grpSp>
        <p:nvGrpSpPr>
          <p:cNvPr id="241" name="Google Shape;347;p36"/>
          <p:cNvGrpSpPr/>
          <p:nvPr/>
        </p:nvGrpSpPr>
        <p:grpSpPr>
          <a:xfrm>
            <a:off x="5115240" y="-428760"/>
            <a:ext cx="4275000" cy="6450480"/>
            <a:chOff x="5115240" y="-428760"/>
            <a:chExt cx="4275000" cy="6450480"/>
          </a:xfrm>
        </p:grpSpPr>
        <p:sp>
          <p:nvSpPr>
            <p:cNvPr id="242" name="Google Shape;348;p36"/>
            <p:cNvSpPr/>
            <p:nvPr/>
          </p:nvSpPr>
          <p:spPr>
            <a:xfrm rot="10800000" flipH="1">
              <a:off x="8492040" y="-192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349;p36"/>
            <p:cNvSpPr/>
            <p:nvPr/>
          </p:nvSpPr>
          <p:spPr>
            <a:xfrm>
              <a:off x="8551800" y="3267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350;p36"/>
            <p:cNvSpPr/>
            <p:nvPr/>
          </p:nvSpPr>
          <p:spPr>
            <a:xfrm>
              <a:off x="660672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351;p36"/>
            <p:cNvSpPr/>
            <p:nvPr/>
          </p:nvSpPr>
          <p:spPr>
            <a:xfrm>
              <a:off x="71035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352;p36"/>
            <p:cNvSpPr/>
            <p:nvPr/>
          </p:nvSpPr>
          <p:spPr>
            <a:xfrm>
              <a:off x="66841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353;p36"/>
            <p:cNvSpPr/>
            <p:nvPr/>
          </p:nvSpPr>
          <p:spPr>
            <a:xfrm>
              <a:off x="610992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354;p36"/>
            <p:cNvSpPr/>
            <p:nvPr/>
          </p:nvSpPr>
          <p:spPr>
            <a:xfrm>
              <a:off x="6109920" y="697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355;p36"/>
            <p:cNvSpPr/>
            <p:nvPr/>
          </p:nvSpPr>
          <p:spPr>
            <a:xfrm>
              <a:off x="758736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356;p36"/>
            <p:cNvSpPr/>
            <p:nvPr/>
          </p:nvSpPr>
          <p:spPr>
            <a:xfrm>
              <a:off x="563400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357;p36"/>
            <p:cNvSpPr/>
            <p:nvPr/>
          </p:nvSpPr>
          <p:spPr>
            <a:xfrm>
              <a:off x="701784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358;p36"/>
            <p:cNvSpPr/>
            <p:nvPr/>
          </p:nvSpPr>
          <p:spPr>
            <a:xfrm>
              <a:off x="5193720" y="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359;p36"/>
            <p:cNvSpPr/>
            <p:nvPr/>
          </p:nvSpPr>
          <p:spPr>
            <a:xfrm>
              <a:off x="8069040" y="16221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360;p36"/>
            <p:cNvSpPr/>
            <p:nvPr/>
          </p:nvSpPr>
          <p:spPr>
            <a:xfrm rot="10800000" flipH="1">
              <a:off x="5114880" y="3656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361;p36"/>
            <p:cNvSpPr/>
            <p:nvPr/>
          </p:nvSpPr>
          <p:spPr>
            <a:xfrm rot="10800000" flipH="1">
              <a:off x="6606360" y="39250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362;p36"/>
            <p:cNvSpPr/>
            <p:nvPr/>
          </p:nvSpPr>
          <p:spPr>
            <a:xfrm rot="10800000" flipH="1">
              <a:off x="5983560" y="5054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363;p36"/>
            <p:cNvSpPr/>
            <p:nvPr/>
          </p:nvSpPr>
          <p:spPr>
            <a:xfrm rot="10800000" flipH="1">
              <a:off x="7178400" y="3533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364;p36"/>
            <p:cNvSpPr/>
            <p:nvPr/>
          </p:nvSpPr>
          <p:spPr>
            <a:xfrm rot="10800000" flipH="1">
              <a:off x="6606360" y="46098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365;p36"/>
            <p:cNvSpPr/>
            <p:nvPr/>
          </p:nvSpPr>
          <p:spPr>
            <a:xfrm rot="10800000" flipH="1">
              <a:off x="5526000" y="4128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366;p36"/>
            <p:cNvSpPr/>
            <p:nvPr/>
          </p:nvSpPr>
          <p:spPr>
            <a:xfrm>
              <a:off x="8117280" y="2852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367;p36"/>
            <p:cNvSpPr/>
            <p:nvPr/>
          </p:nvSpPr>
          <p:spPr>
            <a:xfrm>
              <a:off x="8172720" y="303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664;p50"/>
          <p:cNvSpPr/>
          <p:nvPr/>
        </p:nvSpPr>
        <p:spPr>
          <a:xfrm>
            <a:off x="5122080" y="1060200"/>
            <a:ext cx="3108960" cy="3108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1193003" y="486701"/>
            <a:ext cx="3781080" cy="70611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Introduction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subTitle"/>
          </p:nvPr>
        </p:nvSpPr>
        <p:spPr>
          <a:xfrm>
            <a:off x="476496" y="1424610"/>
            <a:ext cx="3943147" cy="301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latin typeface="Times New Roman"/>
                <a:cs typeface="Times New Roman"/>
              </a:rPr>
              <a:t>For this 3rd iteration of project development, we were focused on the models used to solve the problem.  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latin typeface="Times New Roman"/>
                <a:cs typeface="Times New Roman"/>
              </a:rPr>
              <a:t>With some final data prep for our models by splitting and shuffling the data.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latin typeface="Times New Roman"/>
                <a:cs typeface="Times New Roman"/>
              </a:rPr>
              <a:t>We all chose one model to work on, and those models were Logistic Regression, Random Forest, and </a:t>
            </a:r>
            <a:r>
              <a:rPr lang="en-US" sz="1400" err="1">
                <a:solidFill>
                  <a:schemeClr val="dk1"/>
                </a:solidFill>
                <a:latin typeface="Times New Roman"/>
                <a:cs typeface="Times New Roman"/>
              </a:rPr>
              <a:t>XGBoost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284"/>
          <p:cNvSpPr/>
          <p:nvPr/>
        </p:nvSpPr>
        <p:spPr>
          <a:xfrm>
            <a:off x="5048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0" b="1" u="none" strike="noStrike">
              <a:solidFill>
                <a:schemeClr val="dk1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86" name="Rectangle 285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Outfit"/>
              </a:rPr>
              <a:t>Models &amp; Results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OpenSymbol"/>
            </a:endParaRPr>
          </a:p>
        </p:txBody>
      </p:sp>
      <p:pic>
        <p:nvPicPr>
          <p:cNvPr id="287" name="image69bead3487ff6" descr="image69bead3487ffa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23EE-C80D-8311-18A6-E285113D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DA22-56C7-8B67-0BB4-51BD2D4F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Why XGBoost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A6280-E4F4-9B28-9059-25D8461A130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6172" y="1289417"/>
            <a:ext cx="7703640" cy="3404308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The </a:t>
            </a:r>
            <a:r>
              <a:rPr lang="en-US" sz="2200" dirty="0" err="1">
                <a:latin typeface="Times New Roman"/>
                <a:cs typeface="Times New Roman"/>
              </a:rPr>
              <a:t>XGBoost</a:t>
            </a:r>
            <a:r>
              <a:rPr lang="en-US" sz="2200" dirty="0">
                <a:latin typeface="Times New Roman"/>
                <a:cs typeface="Times New Roman"/>
              </a:rPr>
              <a:t> algorithm constructs trees in a sequential manner because each new tree serves to correct the errors which the earlier trees generated, which makes it the most precise model for our 918-row patient dataset that has structured tabular data. </a:t>
            </a:r>
          </a:p>
          <a:p>
            <a:pPr marL="285750" indent="-285750">
              <a:buFont typeface="Arial"/>
              <a:buChar char="•"/>
            </a:pP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latin typeface="Times New Roman"/>
                <a:cs typeface="Times New Roman"/>
              </a:rPr>
              <a:t>We found is that this model is good for medical prediction based on research papers, so we decided to try this.</a:t>
            </a: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00" dirty="0">
                <a:latin typeface="Times New Roman"/>
                <a:cs typeface="Times New Roman"/>
              </a:rPr>
              <a:t>Also we wanted to try a new model and this model was good for this purpose.</a:t>
            </a:r>
          </a:p>
        </p:txBody>
      </p:sp>
    </p:spTree>
    <p:extLst>
      <p:ext uri="{BB962C8B-B14F-4D97-AF65-F5344CB8AC3E}">
        <p14:creationId xmlns:p14="http://schemas.microsoft.com/office/powerpoint/2010/main" val="3188562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95B0-AFC3-2999-E0B4-FAB9F5BD2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Why Logistic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43A6C-9064-517D-7094-7E82354DB97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6172" y="1562371"/>
            <a:ext cx="7703640" cy="2628093"/>
          </a:xfr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en-US" sz="2400">
                <a:cs typeface="Arial"/>
              </a:rPr>
              <a:t>We chose logistic regression as our model because it's great for smaller datasets and with ours having 918 rows, we thought it was a good fit.</a:t>
            </a:r>
            <a:endParaRPr lang="en-US"/>
          </a:p>
          <a:p>
            <a:pPr marL="342900" indent="-342900">
              <a:buFont typeface="Arial"/>
              <a:buChar char="•"/>
            </a:pPr>
            <a:endParaRPr lang="en-US" sz="240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cs typeface="Arial"/>
              </a:rPr>
              <a:t>The model is also meant for binary targets (1, 0) which is perfect for a problem like predicting the presence of a disease.</a:t>
            </a:r>
          </a:p>
        </p:txBody>
      </p:sp>
    </p:spTree>
    <p:extLst>
      <p:ext uri="{BB962C8B-B14F-4D97-AF65-F5344CB8AC3E}">
        <p14:creationId xmlns:p14="http://schemas.microsoft.com/office/powerpoint/2010/main" val="247508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48877-AE72-6BC5-6826-434FBDF6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9A9-3D30-217C-A84D-08F2F7F33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Why Random Forest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B65CF-3943-0E03-A789-E21CC41BB8D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6172" y="1562371"/>
            <a:ext cx="7703640" cy="2431907"/>
          </a:xfrm>
        </p:spPr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en-US" sz="2800">
                <a:cs typeface="Arial"/>
              </a:rPr>
              <a:t>We chose Random Forest because it handles complex relationships in the data and works well with structured clinical features.</a:t>
            </a:r>
            <a:endParaRPr lang="en-US" sz="2800" dirty="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800" dirty="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800" dirty="0">
                <a:cs typeface="Arial"/>
              </a:rPr>
              <a:t>It is also robust, reducing overfitting by combining multiple decision trees for more accurate predictions</a:t>
            </a:r>
            <a:r>
              <a:rPr lang="en-US" sz="2400" dirty="0"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2114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87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Outfit"/>
              </a:rPr>
              <a:t>Train/Test Split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9" name="Rectangle 288"/>
          <p:cNvSpPr/>
          <p:nvPr/>
        </p:nvSpPr>
        <p:spPr>
          <a:xfrm>
            <a:off x="476280" y="1410389"/>
            <a:ext cx="8191080" cy="32566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cs typeface="Times New Roman"/>
              </a:rPr>
              <a:t>We used a stratified 80/20 split</a:t>
            </a: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, with 80% of our data dedicated to training and the other 20% for testing out model and we shuffled the data.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  <a:cs typeface="Times New Roman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We chose that split because its standard for datasets of our size and we believe that it is the best fit for 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  <a:cs typeface="Times New Roman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solidFill>
                  <a:schemeClr val="dk1"/>
                </a:solidFill>
                <a:latin typeface="Times New Roman"/>
                <a:cs typeface="Times New Roman"/>
              </a:rPr>
              <a:t>This allows use to train an effective model that responds well to new data, and it helps prevent overfitting.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endParaRPr lang="en-US" sz="2000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2667075" y="291979"/>
            <a:ext cx="3809943" cy="98878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Comparison Table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75FE15-868A-373F-010E-68274973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340" y="1288040"/>
            <a:ext cx="5248274" cy="3577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89FA-A643-BD88-C723-5EEB31A53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74320"/>
            <a:ext cx="7886700" cy="994410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chemeClr val="dk1"/>
                </a:solidFill>
              </a:rPr>
              <a:t>Feature Comparison</a:t>
            </a:r>
          </a:p>
        </p:txBody>
      </p: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0E1B667B-FE58-4CE7-F9F4-E1B44429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04" y="1251322"/>
            <a:ext cx="5559669" cy="3889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C488D1-FC21-EF2A-27B7-BEEB2B7AE1C7}"/>
              </a:ext>
            </a:extLst>
          </p:cNvPr>
          <p:cNvSpPr txBox="1"/>
          <p:nvPr/>
        </p:nvSpPr>
        <p:spPr>
          <a:xfrm>
            <a:off x="6721230" y="1406769"/>
            <a:ext cx="2012461" cy="27451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04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664;p50"/>
          <p:cNvSpPr/>
          <p:nvPr/>
        </p:nvSpPr>
        <p:spPr>
          <a:xfrm>
            <a:off x="5122080" y="1060200"/>
            <a:ext cx="3108960" cy="3108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1679304" y="132370"/>
            <a:ext cx="3781080" cy="8004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Conclusions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ubTitle"/>
          </p:nvPr>
        </p:nvSpPr>
        <p:spPr>
          <a:xfrm>
            <a:off x="246289" y="933998"/>
            <a:ext cx="4872899" cy="374392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GB" sz="1600">
                <a:solidFill>
                  <a:srgbClr val="000000"/>
                </a:solidFill>
                <a:latin typeface="Times New Roman"/>
                <a:ea typeface="+mj-lt"/>
                <a:cs typeface="Times New Roman"/>
              </a:rPr>
              <a:t>After this, we know which model we should use, based on similar cases where we need to predict the outcome of a disease using a medical dataset.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endParaRPr lang="en-GB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GB" sz="1600">
                <a:solidFill>
                  <a:srgbClr val="000000"/>
                </a:solidFill>
                <a:latin typeface="Times New Roman"/>
                <a:ea typeface="+mj-lt"/>
                <a:cs typeface="Times New Roman"/>
              </a:rPr>
              <a:t>We also become more confident and professional in term of data preparation </a:t>
            </a:r>
            <a:endParaRPr lang="en-GB" sz="16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endParaRPr lang="en-GB" sz="16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GB" sz="1600">
                <a:solidFill>
                  <a:srgbClr val="000000"/>
                </a:solidFill>
                <a:latin typeface="Times New Roman"/>
                <a:ea typeface="+mj-lt"/>
                <a:cs typeface="Times New Roman"/>
              </a:rPr>
              <a:t>It also expanded our knowledge of how and where we can apply these models, which will help us in the future</a:t>
            </a:r>
            <a:endParaRPr lang="en-US"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27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Outfit"/>
              </a:rPr>
              <a:t>Source Data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476280" y="1444509"/>
            <a:ext cx="8191080" cy="32225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2ADC67-8819-CE34-D4C9-05C7C23CA49D}"/>
              </a:ext>
            </a:extLst>
          </p:cNvPr>
          <p:cNvSpPr txBox="1"/>
          <p:nvPr/>
        </p:nvSpPr>
        <p:spPr>
          <a:xfrm>
            <a:off x="307076" y="1346951"/>
            <a:ext cx="606472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Link of research papers:</a:t>
            </a:r>
          </a:p>
          <a:p>
            <a:endParaRPr lang="en-US">
              <a:cs typeface="Arial"/>
            </a:endParaRPr>
          </a:p>
          <a:p>
            <a:pPr marL="342900" indent="-342900">
              <a:buAutoNum type="arabicPeriod"/>
            </a:pPr>
            <a:r>
              <a:rPr lang="en-US">
                <a:cs typeface="Arial"/>
              </a:rPr>
              <a:t>XGBoost</a:t>
            </a:r>
          </a:p>
          <a:p>
            <a:r>
              <a:rPr lang="en-US">
                <a:ea typeface="+mn-lt"/>
                <a:cs typeface="+mn-lt"/>
                <a:hlinkClick r:id="rId2"/>
              </a:rPr>
              <a:t>https://xgboost.readthedocs.io/en/stable/faq.html</a:t>
            </a:r>
            <a:endParaRPr lang="en-US">
              <a:ea typeface="+mn-lt"/>
              <a:cs typeface="+mn-lt"/>
            </a:endParaRPr>
          </a:p>
          <a:p>
            <a:endParaRPr lang="en-US">
              <a:cs typeface="Arial"/>
            </a:endParaRPr>
          </a:p>
          <a:p>
            <a:r>
              <a:rPr lang="en-US">
                <a:cs typeface="Arial"/>
              </a:rPr>
              <a:t>2. Logistic Regression</a:t>
            </a:r>
          </a:p>
          <a:p>
            <a:r>
              <a:rPr lang="en-US">
                <a:ea typeface="+mn-lt"/>
                <a:cs typeface="+mn-lt"/>
                <a:hlinkClick r:id="rId3"/>
              </a:rPr>
              <a:t>https://www.ibm.com/think/topics/logistic-regression</a:t>
            </a:r>
            <a:endParaRPr lang="en-US">
              <a:ea typeface="+mn-lt"/>
              <a:cs typeface="+mn-lt"/>
            </a:endParaRPr>
          </a:p>
          <a:p>
            <a:endParaRPr lang="en-US">
              <a:cs typeface="Arial"/>
            </a:endParaRPr>
          </a:p>
          <a:p>
            <a:r>
              <a:rPr lang="en-US">
                <a:cs typeface="Arial"/>
              </a:rPr>
              <a:t>3. Random Forest</a:t>
            </a:r>
          </a:p>
          <a:p>
            <a:r>
              <a:rPr lang="en-US">
                <a:ea typeface="+mn-lt"/>
                <a:cs typeface="+mn-lt"/>
              </a:rPr>
              <a:t>https://www.nvidia.com/en-us/glossary/random-forest/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06585-D463-76AE-6D99-4D49A6F8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>
            <a:extLst>
              <a:ext uri="{FF2B5EF4-FFF2-40B4-BE49-F238E27FC236}">
                <a16:creationId xmlns:a16="http://schemas.microsoft.com/office/drawing/2014/main" id="{6D415172-B53C-0962-4102-2FF1B972C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1152360"/>
            <a:ext cx="4161960" cy="238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</a:p>
        </p:txBody>
      </p:sp>
      <p:cxnSp>
        <p:nvCxnSpPr>
          <p:cNvPr id="240" name="Google Shape;346;p36">
            <a:extLst>
              <a:ext uri="{FF2B5EF4-FFF2-40B4-BE49-F238E27FC236}">
                <a16:creationId xmlns:a16="http://schemas.microsoft.com/office/drawing/2014/main" id="{8A0FF429-C2A5-3AA6-CE17-D272A0A3096E}"/>
              </a:ext>
            </a:extLst>
          </p:cNvPr>
          <p:cNvCxnSpPr/>
          <p:nvPr/>
        </p:nvCxnSpPr>
        <p:spPr>
          <a:xfrm>
            <a:off x="763611" y="714165"/>
            <a:ext cx="37368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  <p:grpSp>
        <p:nvGrpSpPr>
          <p:cNvPr id="241" name="Google Shape;347;p36">
            <a:extLst>
              <a:ext uri="{FF2B5EF4-FFF2-40B4-BE49-F238E27FC236}">
                <a16:creationId xmlns:a16="http://schemas.microsoft.com/office/drawing/2014/main" id="{66302267-A465-3DE0-4AB3-0B66BBE59403}"/>
              </a:ext>
            </a:extLst>
          </p:cNvPr>
          <p:cNvGrpSpPr/>
          <p:nvPr/>
        </p:nvGrpSpPr>
        <p:grpSpPr>
          <a:xfrm>
            <a:off x="5115240" y="-428760"/>
            <a:ext cx="4275000" cy="6450480"/>
            <a:chOff x="5115240" y="-428760"/>
            <a:chExt cx="4275000" cy="6450480"/>
          </a:xfrm>
        </p:grpSpPr>
        <p:sp>
          <p:nvSpPr>
            <p:cNvPr id="242" name="Google Shape;348;p36">
              <a:extLst>
                <a:ext uri="{FF2B5EF4-FFF2-40B4-BE49-F238E27FC236}">
                  <a16:creationId xmlns:a16="http://schemas.microsoft.com/office/drawing/2014/main" id="{5E364D4A-2385-0B65-5FB9-5537F331C632}"/>
                </a:ext>
              </a:extLst>
            </p:cNvPr>
            <p:cNvSpPr/>
            <p:nvPr/>
          </p:nvSpPr>
          <p:spPr>
            <a:xfrm rot="10800000" flipH="1">
              <a:off x="8492040" y="-192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349;p36">
              <a:extLst>
                <a:ext uri="{FF2B5EF4-FFF2-40B4-BE49-F238E27FC236}">
                  <a16:creationId xmlns:a16="http://schemas.microsoft.com/office/drawing/2014/main" id="{3D0E1BD5-33C8-478B-CD33-83BB7687E90C}"/>
                </a:ext>
              </a:extLst>
            </p:cNvPr>
            <p:cNvSpPr/>
            <p:nvPr/>
          </p:nvSpPr>
          <p:spPr>
            <a:xfrm>
              <a:off x="8551800" y="3267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350;p36">
              <a:extLst>
                <a:ext uri="{FF2B5EF4-FFF2-40B4-BE49-F238E27FC236}">
                  <a16:creationId xmlns:a16="http://schemas.microsoft.com/office/drawing/2014/main" id="{F71BE9A6-D6D9-B663-BE04-DA2906A3CFCB}"/>
                </a:ext>
              </a:extLst>
            </p:cNvPr>
            <p:cNvSpPr/>
            <p:nvPr/>
          </p:nvSpPr>
          <p:spPr>
            <a:xfrm>
              <a:off x="660672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351;p36">
              <a:extLst>
                <a:ext uri="{FF2B5EF4-FFF2-40B4-BE49-F238E27FC236}">
                  <a16:creationId xmlns:a16="http://schemas.microsoft.com/office/drawing/2014/main" id="{18F56853-11E3-6535-1075-69A93442E435}"/>
                </a:ext>
              </a:extLst>
            </p:cNvPr>
            <p:cNvSpPr/>
            <p:nvPr/>
          </p:nvSpPr>
          <p:spPr>
            <a:xfrm>
              <a:off x="71035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352;p36">
              <a:extLst>
                <a:ext uri="{FF2B5EF4-FFF2-40B4-BE49-F238E27FC236}">
                  <a16:creationId xmlns:a16="http://schemas.microsoft.com/office/drawing/2014/main" id="{BE19D7E2-628F-E3F9-287E-797593CD01A5}"/>
                </a:ext>
              </a:extLst>
            </p:cNvPr>
            <p:cNvSpPr/>
            <p:nvPr/>
          </p:nvSpPr>
          <p:spPr>
            <a:xfrm>
              <a:off x="66841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353;p36">
              <a:extLst>
                <a:ext uri="{FF2B5EF4-FFF2-40B4-BE49-F238E27FC236}">
                  <a16:creationId xmlns:a16="http://schemas.microsoft.com/office/drawing/2014/main" id="{BE5CEB58-0CD4-587C-858C-D0EC5C691C7E}"/>
                </a:ext>
              </a:extLst>
            </p:cNvPr>
            <p:cNvSpPr/>
            <p:nvPr/>
          </p:nvSpPr>
          <p:spPr>
            <a:xfrm>
              <a:off x="610992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354;p36">
              <a:extLst>
                <a:ext uri="{FF2B5EF4-FFF2-40B4-BE49-F238E27FC236}">
                  <a16:creationId xmlns:a16="http://schemas.microsoft.com/office/drawing/2014/main" id="{1EB66AA2-9719-691F-FA0F-9D0A78335D24}"/>
                </a:ext>
              </a:extLst>
            </p:cNvPr>
            <p:cNvSpPr/>
            <p:nvPr/>
          </p:nvSpPr>
          <p:spPr>
            <a:xfrm>
              <a:off x="6109920" y="697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355;p36">
              <a:extLst>
                <a:ext uri="{FF2B5EF4-FFF2-40B4-BE49-F238E27FC236}">
                  <a16:creationId xmlns:a16="http://schemas.microsoft.com/office/drawing/2014/main" id="{DCD10852-19B4-B2E5-9839-18D038EE34C8}"/>
                </a:ext>
              </a:extLst>
            </p:cNvPr>
            <p:cNvSpPr/>
            <p:nvPr/>
          </p:nvSpPr>
          <p:spPr>
            <a:xfrm>
              <a:off x="758736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356;p36">
              <a:extLst>
                <a:ext uri="{FF2B5EF4-FFF2-40B4-BE49-F238E27FC236}">
                  <a16:creationId xmlns:a16="http://schemas.microsoft.com/office/drawing/2014/main" id="{B88A6BB4-C7CE-F4D5-92EA-780D00F100D7}"/>
                </a:ext>
              </a:extLst>
            </p:cNvPr>
            <p:cNvSpPr/>
            <p:nvPr/>
          </p:nvSpPr>
          <p:spPr>
            <a:xfrm>
              <a:off x="563400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357;p36">
              <a:extLst>
                <a:ext uri="{FF2B5EF4-FFF2-40B4-BE49-F238E27FC236}">
                  <a16:creationId xmlns:a16="http://schemas.microsoft.com/office/drawing/2014/main" id="{513D1AB5-60D8-B328-16DA-66BF019D21CE}"/>
                </a:ext>
              </a:extLst>
            </p:cNvPr>
            <p:cNvSpPr/>
            <p:nvPr/>
          </p:nvSpPr>
          <p:spPr>
            <a:xfrm>
              <a:off x="701784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358;p36">
              <a:extLst>
                <a:ext uri="{FF2B5EF4-FFF2-40B4-BE49-F238E27FC236}">
                  <a16:creationId xmlns:a16="http://schemas.microsoft.com/office/drawing/2014/main" id="{AD748D2B-C861-25B6-84AD-459A54B32C2C}"/>
                </a:ext>
              </a:extLst>
            </p:cNvPr>
            <p:cNvSpPr/>
            <p:nvPr/>
          </p:nvSpPr>
          <p:spPr>
            <a:xfrm>
              <a:off x="5193720" y="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359;p36">
              <a:extLst>
                <a:ext uri="{FF2B5EF4-FFF2-40B4-BE49-F238E27FC236}">
                  <a16:creationId xmlns:a16="http://schemas.microsoft.com/office/drawing/2014/main" id="{920E7B00-6983-B8BE-514F-C04A41CD1C65}"/>
                </a:ext>
              </a:extLst>
            </p:cNvPr>
            <p:cNvSpPr/>
            <p:nvPr/>
          </p:nvSpPr>
          <p:spPr>
            <a:xfrm>
              <a:off x="8069040" y="16221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360;p36">
              <a:extLst>
                <a:ext uri="{FF2B5EF4-FFF2-40B4-BE49-F238E27FC236}">
                  <a16:creationId xmlns:a16="http://schemas.microsoft.com/office/drawing/2014/main" id="{B3E327FF-DE03-93FF-3DFE-08BE9B345522}"/>
                </a:ext>
              </a:extLst>
            </p:cNvPr>
            <p:cNvSpPr/>
            <p:nvPr/>
          </p:nvSpPr>
          <p:spPr>
            <a:xfrm rot="10800000" flipH="1">
              <a:off x="5114880" y="3656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361;p36">
              <a:extLst>
                <a:ext uri="{FF2B5EF4-FFF2-40B4-BE49-F238E27FC236}">
                  <a16:creationId xmlns:a16="http://schemas.microsoft.com/office/drawing/2014/main" id="{643B5B8C-5EDD-71D2-810D-ED36513089FC}"/>
                </a:ext>
              </a:extLst>
            </p:cNvPr>
            <p:cNvSpPr/>
            <p:nvPr/>
          </p:nvSpPr>
          <p:spPr>
            <a:xfrm rot="10800000" flipH="1">
              <a:off x="6606360" y="39250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362;p36">
              <a:extLst>
                <a:ext uri="{FF2B5EF4-FFF2-40B4-BE49-F238E27FC236}">
                  <a16:creationId xmlns:a16="http://schemas.microsoft.com/office/drawing/2014/main" id="{5527E7D3-0498-09D2-30E6-EAD48C066A5D}"/>
                </a:ext>
              </a:extLst>
            </p:cNvPr>
            <p:cNvSpPr/>
            <p:nvPr/>
          </p:nvSpPr>
          <p:spPr>
            <a:xfrm rot="10800000" flipH="1">
              <a:off x="5983560" y="5054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363;p36">
              <a:extLst>
                <a:ext uri="{FF2B5EF4-FFF2-40B4-BE49-F238E27FC236}">
                  <a16:creationId xmlns:a16="http://schemas.microsoft.com/office/drawing/2014/main" id="{DD0FB331-987A-739C-BF31-67A8C718F913}"/>
                </a:ext>
              </a:extLst>
            </p:cNvPr>
            <p:cNvSpPr/>
            <p:nvPr/>
          </p:nvSpPr>
          <p:spPr>
            <a:xfrm rot="10800000" flipH="1">
              <a:off x="7178400" y="3533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364;p36">
              <a:extLst>
                <a:ext uri="{FF2B5EF4-FFF2-40B4-BE49-F238E27FC236}">
                  <a16:creationId xmlns:a16="http://schemas.microsoft.com/office/drawing/2014/main" id="{D68F068F-B3FE-D499-294E-5FE09A9FA091}"/>
                </a:ext>
              </a:extLst>
            </p:cNvPr>
            <p:cNvSpPr/>
            <p:nvPr/>
          </p:nvSpPr>
          <p:spPr>
            <a:xfrm rot="10800000" flipH="1">
              <a:off x="6606360" y="46098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365;p36">
              <a:extLst>
                <a:ext uri="{FF2B5EF4-FFF2-40B4-BE49-F238E27FC236}">
                  <a16:creationId xmlns:a16="http://schemas.microsoft.com/office/drawing/2014/main" id="{5CC3BC0E-59CD-CD4B-1158-002C0DC0D3B2}"/>
                </a:ext>
              </a:extLst>
            </p:cNvPr>
            <p:cNvSpPr/>
            <p:nvPr/>
          </p:nvSpPr>
          <p:spPr>
            <a:xfrm rot="10800000" flipH="1">
              <a:off x="5526000" y="4128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366;p36">
              <a:extLst>
                <a:ext uri="{FF2B5EF4-FFF2-40B4-BE49-F238E27FC236}">
                  <a16:creationId xmlns:a16="http://schemas.microsoft.com/office/drawing/2014/main" id="{9F37A10C-D3D7-1D42-D3F8-6AB6F9D414B6}"/>
                </a:ext>
              </a:extLst>
            </p:cNvPr>
            <p:cNvSpPr/>
            <p:nvPr/>
          </p:nvSpPr>
          <p:spPr>
            <a:xfrm>
              <a:off x="8117280" y="2852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367;p36">
              <a:extLst>
                <a:ext uri="{FF2B5EF4-FFF2-40B4-BE49-F238E27FC236}">
                  <a16:creationId xmlns:a16="http://schemas.microsoft.com/office/drawing/2014/main" id="{A7E16E61-9B05-ADB4-95BA-8ACEAF89EE9C}"/>
                </a:ext>
              </a:extLst>
            </p:cNvPr>
            <p:cNvSpPr/>
            <p:nvPr/>
          </p:nvSpPr>
          <p:spPr>
            <a:xfrm>
              <a:off x="8172720" y="303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8" name="PlaceHolder 1"/>
          <p:cNvSpPr txBox="1">
            <a:spLocks/>
          </p:cNvSpPr>
          <p:nvPr/>
        </p:nvSpPr>
        <p:spPr>
          <a:xfrm>
            <a:off x="1217955" y="1788090"/>
            <a:ext cx="5095440" cy="201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6000" b="1">
                <a:solidFill>
                  <a:schemeClr val="dk1"/>
                </a:solidFill>
                <a:latin typeface="Outfit"/>
                <a:ea typeface="Outfit"/>
              </a:rPr>
              <a:t>Thanks!</a:t>
            </a:r>
            <a:endParaRPr lang="fr-FR" sz="6000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8300FD-B7B8-6D4D-01B4-DDE14061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524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Data Collection and Analysis - Master of Science in Community Health and Prevention Research by Slidesgo</vt:lpstr>
      <vt:lpstr>HEART DISEASE PREDICTION</vt:lpstr>
      <vt:lpstr>Introduction</vt:lpstr>
      <vt:lpstr>PowerPoint Presentation</vt:lpstr>
      <vt:lpstr>Why XGBoost</vt:lpstr>
      <vt:lpstr>Why Logistic Regression</vt:lpstr>
      <vt:lpstr>Why Random Forest</vt:lpstr>
      <vt:lpstr>PowerPoint Presentation</vt:lpstr>
      <vt:lpstr>Comparison Table</vt:lpstr>
      <vt:lpstr>Feature Comparison</vt:lpstr>
      <vt:lpstr>Conclusions</vt:lpstr>
      <vt:lpstr>PowerPoint Presentation</vt:lpstr>
      <vt:lpstr>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23</cp:revision>
  <dcterms:modified xsi:type="dcterms:W3CDTF">2026-03-26T08:11:58Z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2026-03-21T14:37:24Z</dcterms:created>
  <dc:creator>Unknown Creator</dc:creator>
  <dc:description/>
  <dc:language>en-US</dc:language>
  <cp:lastModifiedBy>Unknown Creator</cp:lastModifiedBy>
  <dcterms:modified xsi:type="dcterms:W3CDTF">2026-03-21T14:37:24Z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