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openxmlformats.org/officedocument/2006/relationships/metadata/core-properties" Target="docProps/core0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9" r:id="rId8"/>
    <p:sldId id="270" r:id="rId9"/>
    <p:sldId id="263" r:id="rId10"/>
    <p:sldId id="264" r:id="rId11"/>
    <p:sldId id="268" r:id="rId12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67AEC5-C592-5D54-F926-C34D54D891B9}" v="33" dt="2026-03-04T22:00:47.083"/>
    <p1510:client id="{16626069-13CF-7443-5C3C-8F82B6A52E0F}" v="1035" dt="2026-03-04T21:34:59.655"/>
    <p1510:client id="{1D25B778-7CB1-7EEC-EA16-D7B7585E98D6}" v="2424" dt="2026-03-04T20:31:53.644"/>
    <p1510:client id="{2A802B59-2EF3-D27E-AC17-B5C813ED2C90}" v="269" dt="2026-03-04T21:29:34.250"/>
    <p1510:client id="{5F4F3903-49C4-DEBB-972D-F6CEC0637B98}" v="2" dt="2026-03-04T10:51:03.011"/>
    <p1510:client id="{79B9F094-75B2-07F4-DD06-579684A3999A}" v="121" dt="2026-03-04T23:44:27.611"/>
    <p1510:client id="{91685A4A-D3A3-E3D8-B488-1DC12D1EA11D}" v="43" dt="2026-03-05T09:58:10.591"/>
    <p1510:client id="{BED496AD-97C2-17E0-347F-D3C908D53E1C}" v="20" dt="2026-03-04T20:31:49.204"/>
    <p1510:client id="{FBFE1EED-D498-BBB2-1389-B5C6FE4EFC74}" v="49" dt="2026-03-04T21:33:05.4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00227373 Emmanuel Fulfilled" userId="S::x00227373@mytudublin.ie::43c94976-392e-49d8-a2bf-89b6f35d632f" providerId="AD" clId="Web-{79B9F094-75B2-07F4-DD06-579684A3999A}"/>
    <pc:docChg chg="modSld">
      <pc:chgData name="X00227373 Emmanuel Fulfilled" userId="S::x00227373@mytudublin.ie::43c94976-392e-49d8-a2bf-89b6f35d632f" providerId="AD" clId="Web-{79B9F094-75B2-07F4-DD06-579684A3999A}" dt="2026-03-04T23:44:27.611" v="66" actId="14100"/>
      <pc:docMkLst>
        <pc:docMk/>
      </pc:docMkLst>
      <pc:sldChg chg="addSp modSp">
        <pc:chgData name="X00227373 Emmanuel Fulfilled" userId="S::x00227373@mytudublin.ie::43c94976-392e-49d8-a2bf-89b6f35d632f" providerId="AD" clId="Web-{79B9F094-75B2-07F4-DD06-579684A3999A}" dt="2026-03-04T23:44:27.611" v="66" actId="14100"/>
        <pc:sldMkLst>
          <pc:docMk/>
          <pc:sldMk cId="0" sldId="256"/>
        </pc:sldMkLst>
        <pc:spChg chg="add mod">
          <ac:chgData name="X00227373 Emmanuel Fulfilled" userId="S::x00227373@mytudublin.ie::43c94976-392e-49d8-a2bf-89b6f35d632f" providerId="AD" clId="Web-{79B9F094-75B2-07F4-DD06-579684A3999A}" dt="2026-03-04T23:44:16.283" v="64" actId="20577"/>
          <ac:spMkLst>
            <pc:docMk/>
            <pc:sldMk cId="0" sldId="256"/>
            <ac:spMk id="2" creationId="{72CC5688-4A32-3E63-4325-5E420A5B842F}"/>
          </ac:spMkLst>
        </pc:spChg>
        <pc:picChg chg="mod">
          <ac:chgData name="X00227373 Emmanuel Fulfilled" userId="S::x00227373@mytudublin.ie::43c94976-392e-49d8-a2bf-89b6f35d632f" providerId="AD" clId="Web-{79B9F094-75B2-07F4-DD06-579684A3999A}" dt="2026-03-04T23:44:27.611" v="66" actId="14100"/>
          <ac:picMkLst>
            <pc:docMk/>
            <pc:sldMk cId="0" sldId="256"/>
            <ac:picMk id="50" creationId="{00000000-0000-0000-0000-000000000000}"/>
          </ac:picMkLst>
        </pc:picChg>
      </pc:sldChg>
    </pc:docChg>
  </pc:docChgLst>
  <pc:docChgLst>
    <pc:chgData name="X00220405 Illia Lysennyi" userId="S::x00220405@mytudublin.ie::669ed758-3929-4c31-981a-decee79f9127" providerId="AD" clId="Web-{FBFE1EED-D498-BBB2-1389-B5C6FE4EFC74}"/>
    <pc:docChg chg="modSld">
      <pc:chgData name="X00220405 Illia Lysennyi" userId="S::x00220405@mytudublin.ie::669ed758-3929-4c31-981a-decee79f9127" providerId="AD" clId="Web-{FBFE1EED-D498-BBB2-1389-B5C6FE4EFC74}" dt="2026-03-04T21:33:05.492" v="45" actId="20577"/>
      <pc:docMkLst>
        <pc:docMk/>
      </pc:docMkLst>
      <pc:sldChg chg="modSp mod modClrScheme chgLayout">
        <pc:chgData name="X00220405 Illia Lysennyi" userId="S::x00220405@mytudublin.ie::669ed758-3929-4c31-981a-decee79f9127" providerId="AD" clId="Web-{FBFE1EED-D498-BBB2-1389-B5C6FE4EFC74}" dt="2026-03-04T21:31:52.754" v="27" actId="20577"/>
        <pc:sldMkLst>
          <pc:docMk/>
          <pc:sldMk cId="0" sldId="256"/>
        </pc:sldMkLst>
        <pc:spChg chg="mod">
          <ac:chgData name="X00220405 Illia Lysennyi" userId="S::x00220405@mytudublin.ie::669ed758-3929-4c31-981a-decee79f9127" providerId="AD" clId="Web-{FBFE1EED-D498-BBB2-1389-B5C6FE4EFC74}" dt="2026-03-04T21:31:52.754" v="27" actId="20577"/>
          <ac:spMkLst>
            <pc:docMk/>
            <pc:sldMk cId="0" sldId="256"/>
            <ac:spMk id="57" creationId="{00000000-0000-0000-0000-000000000000}"/>
          </ac:spMkLst>
        </pc:spChg>
        <pc:picChg chg="mod ord">
          <ac:chgData name="X00220405 Illia Lysennyi" userId="S::x00220405@mytudublin.ie::669ed758-3929-4c31-981a-decee79f9127" providerId="AD" clId="Web-{FBFE1EED-D498-BBB2-1389-B5C6FE4EFC74}" dt="2026-03-04T21:31:41.066" v="24"/>
          <ac:picMkLst>
            <pc:docMk/>
            <pc:sldMk cId="0" sldId="256"/>
            <ac:picMk id="50" creationId="{00000000-0000-0000-0000-000000000000}"/>
          </ac:picMkLst>
        </pc:picChg>
      </pc:sldChg>
      <pc:sldChg chg="modSp">
        <pc:chgData name="X00220405 Illia Lysennyi" userId="S::x00220405@mytudublin.ie::669ed758-3929-4c31-981a-decee79f9127" providerId="AD" clId="Web-{FBFE1EED-D498-BBB2-1389-B5C6FE4EFC74}" dt="2026-03-04T21:32:41.929" v="43" actId="14100"/>
        <pc:sldMkLst>
          <pc:docMk/>
          <pc:sldMk cId="0" sldId="257"/>
        </pc:sldMkLst>
        <pc:spChg chg="mod">
          <ac:chgData name="X00220405 Illia Lysennyi" userId="S::x00220405@mytudublin.ie::669ed758-3929-4c31-981a-decee79f9127" providerId="AD" clId="Web-{FBFE1EED-D498-BBB2-1389-B5C6FE4EFC74}" dt="2026-03-04T21:32:41.929" v="43" actId="14100"/>
          <ac:spMkLst>
            <pc:docMk/>
            <pc:sldMk cId="0" sldId="257"/>
            <ac:spMk id="2" creationId="{85C98C81-F0EF-38F5-08AA-97A248BF6521}"/>
          </ac:spMkLst>
        </pc:spChg>
      </pc:sldChg>
      <pc:sldChg chg="modSp">
        <pc:chgData name="X00220405 Illia Lysennyi" userId="S::x00220405@mytudublin.ie::669ed758-3929-4c31-981a-decee79f9127" providerId="AD" clId="Web-{FBFE1EED-D498-BBB2-1389-B5C6FE4EFC74}" dt="2026-03-04T21:30:15.372" v="5" actId="14100"/>
        <pc:sldMkLst>
          <pc:docMk/>
          <pc:sldMk cId="0" sldId="261"/>
        </pc:sldMkLst>
        <pc:spChg chg="mod">
          <ac:chgData name="X00220405 Illia Lysennyi" userId="S::x00220405@mytudublin.ie::669ed758-3929-4c31-981a-decee79f9127" providerId="AD" clId="Web-{FBFE1EED-D498-BBB2-1389-B5C6FE4EFC74}" dt="2026-03-04T21:30:15.372" v="5" actId="14100"/>
          <ac:spMkLst>
            <pc:docMk/>
            <pc:sldMk cId="0" sldId="261"/>
            <ac:spMk id="77" creationId="{00000000-0000-0000-0000-000000000000}"/>
          </ac:spMkLst>
        </pc:spChg>
      </pc:sldChg>
      <pc:sldChg chg="modSp">
        <pc:chgData name="X00220405 Illia Lysennyi" userId="S::x00220405@mytudublin.ie::669ed758-3929-4c31-981a-decee79f9127" providerId="AD" clId="Web-{FBFE1EED-D498-BBB2-1389-B5C6FE4EFC74}" dt="2026-03-04T21:33:05.492" v="45" actId="20577"/>
        <pc:sldMkLst>
          <pc:docMk/>
          <pc:sldMk cId="2227792496" sldId="270"/>
        </pc:sldMkLst>
        <pc:spChg chg="mod">
          <ac:chgData name="X00220405 Illia Lysennyi" userId="S::x00220405@mytudublin.ie::669ed758-3929-4c31-981a-decee79f9127" providerId="AD" clId="Web-{FBFE1EED-D498-BBB2-1389-B5C6FE4EFC74}" dt="2026-03-04T21:33:05.492" v="45" actId="20577"/>
          <ac:spMkLst>
            <pc:docMk/>
            <pc:sldMk cId="2227792496" sldId="270"/>
            <ac:spMk id="3" creationId="{7E7E2B7A-53A4-1CAC-2ADF-8B3B72F15A74}"/>
          </ac:spMkLst>
        </pc:spChg>
      </pc:sldChg>
    </pc:docChg>
  </pc:docChgLst>
  <pc:docChgLst>
    <pc:chgData name="X00226717 Leo Ennis" userId="S::x00226717@mytudublin.ie::5ac98a8f-c0fc-4808-8bba-6b37ba6c919f" providerId="AD" clId="Web-{91685A4A-D3A3-E3D8-B488-1DC12D1EA11D}"/>
    <pc:docChg chg="modSld">
      <pc:chgData name="X00226717 Leo Ennis" userId="S::x00226717@mytudublin.ie::5ac98a8f-c0fc-4808-8bba-6b37ba6c919f" providerId="AD" clId="Web-{91685A4A-D3A3-E3D8-B488-1DC12D1EA11D}" dt="2026-03-05T09:58:10.591" v="42" actId="20577"/>
      <pc:docMkLst>
        <pc:docMk/>
      </pc:docMkLst>
      <pc:sldChg chg="modSp">
        <pc:chgData name="X00226717 Leo Ennis" userId="S::x00226717@mytudublin.ie::5ac98a8f-c0fc-4808-8bba-6b37ba6c919f" providerId="AD" clId="Web-{91685A4A-D3A3-E3D8-B488-1DC12D1EA11D}" dt="2026-03-05T09:58:10.591" v="42" actId="20577"/>
        <pc:sldMkLst>
          <pc:docMk/>
          <pc:sldMk cId="736397861" sldId="268"/>
        </pc:sldMkLst>
        <pc:spChg chg="mod">
          <ac:chgData name="X00226717 Leo Ennis" userId="S::x00226717@mytudublin.ie::5ac98a8f-c0fc-4808-8bba-6b37ba6c919f" providerId="AD" clId="Web-{91685A4A-D3A3-E3D8-B488-1DC12D1EA11D}" dt="2026-03-05T09:57:56.138" v="40" actId="20577"/>
          <ac:spMkLst>
            <pc:docMk/>
            <pc:sldMk cId="736397861" sldId="268"/>
            <ac:spMk id="94" creationId="{CE27C381-C27E-B21D-2531-6FC2EFDF133D}"/>
          </ac:spMkLst>
        </pc:spChg>
        <pc:spChg chg="mod">
          <ac:chgData name="X00226717 Leo Ennis" userId="S::x00226717@mytudublin.ie::5ac98a8f-c0fc-4808-8bba-6b37ba6c919f" providerId="AD" clId="Web-{91685A4A-D3A3-E3D8-B488-1DC12D1EA11D}" dt="2026-03-05T09:58:10.591" v="42" actId="20577"/>
          <ac:spMkLst>
            <pc:docMk/>
            <pc:sldMk cId="736397861" sldId="268"/>
            <ac:spMk id="95" creationId="{431B67A0-6395-BC73-CF37-6C9D83149826}"/>
          </ac:spMkLst>
        </pc:spChg>
      </pc:sldChg>
    </pc:docChg>
  </pc:docChgLst>
  <pc:docChgLst>
    <pc:chgData name="X00226717 Leo Ennis" userId="S::x00226717@mytudublin.ie::5ac98a8f-c0fc-4808-8bba-6b37ba6c919f" providerId="AD" clId="Web-{16626069-13CF-7443-5C3C-8F82B6A52E0F}"/>
    <pc:docChg chg="addSld delSld modSld">
      <pc:chgData name="X00226717 Leo Ennis" userId="S::x00226717@mytudublin.ie::5ac98a8f-c0fc-4808-8bba-6b37ba6c919f" providerId="AD" clId="Web-{16626069-13CF-7443-5C3C-8F82B6A52E0F}" dt="2026-03-04T21:34:59.655" v="1010" actId="20577"/>
      <pc:docMkLst>
        <pc:docMk/>
      </pc:docMkLst>
      <pc:sldChg chg="modSp">
        <pc:chgData name="X00226717 Leo Ennis" userId="S::x00226717@mytudublin.ie::5ac98a8f-c0fc-4808-8bba-6b37ba6c919f" providerId="AD" clId="Web-{16626069-13CF-7443-5C3C-8F82B6A52E0F}" dt="2026-03-04T21:14:39.771" v="642" actId="20577"/>
        <pc:sldMkLst>
          <pc:docMk/>
          <pc:sldMk cId="0" sldId="260"/>
        </pc:sldMkLst>
        <pc:spChg chg="mod">
          <ac:chgData name="X00226717 Leo Ennis" userId="S::x00226717@mytudublin.ie::5ac98a8f-c0fc-4808-8bba-6b37ba6c919f" providerId="AD" clId="Web-{16626069-13CF-7443-5C3C-8F82B6A52E0F}" dt="2026-03-04T21:14:39.771" v="642" actId="20577"/>
          <ac:spMkLst>
            <pc:docMk/>
            <pc:sldMk cId="0" sldId="260"/>
            <ac:spMk id="3" creationId="{29B1D01F-1B04-84B0-9642-F78D63502D07}"/>
          </ac:spMkLst>
        </pc:spChg>
      </pc:sldChg>
      <pc:sldChg chg="delSp modSp">
        <pc:chgData name="X00226717 Leo Ennis" userId="S::x00226717@mytudublin.ie::5ac98a8f-c0fc-4808-8bba-6b37ba6c919f" providerId="AD" clId="Web-{16626069-13CF-7443-5C3C-8F82B6A52E0F}" dt="2026-03-04T21:16:51.885" v="646" actId="20577"/>
        <pc:sldMkLst>
          <pc:docMk/>
          <pc:sldMk cId="0" sldId="261"/>
        </pc:sldMkLst>
        <pc:spChg chg="topLvl">
          <ac:chgData name="X00226717 Leo Ennis" userId="S::x00226717@mytudublin.ie::5ac98a8f-c0fc-4808-8bba-6b37ba6c919f" providerId="AD" clId="Web-{16626069-13CF-7443-5C3C-8F82B6A52E0F}" dt="2026-03-04T20:42:05.166" v="3"/>
          <ac:spMkLst>
            <pc:docMk/>
            <pc:sldMk cId="0" sldId="261"/>
            <ac:spMk id="74" creationId="{00000000-0000-0000-0000-000000000000}"/>
          </ac:spMkLst>
        </pc:spChg>
        <pc:spChg chg="del topLvl">
          <ac:chgData name="X00226717 Leo Ennis" userId="S::x00226717@mytudublin.ie::5ac98a8f-c0fc-4808-8bba-6b37ba6c919f" providerId="AD" clId="Web-{16626069-13CF-7443-5C3C-8F82B6A52E0F}" dt="2026-03-04T20:42:05.166" v="3"/>
          <ac:spMkLst>
            <pc:docMk/>
            <pc:sldMk cId="0" sldId="261"/>
            <ac:spMk id="75" creationId="{00000000-0000-0000-0000-000000000000}"/>
          </ac:spMkLst>
        </pc:spChg>
        <pc:spChg chg="mod">
          <ac:chgData name="X00226717 Leo Ennis" userId="S::x00226717@mytudublin.ie::5ac98a8f-c0fc-4808-8bba-6b37ba6c919f" providerId="AD" clId="Web-{16626069-13CF-7443-5C3C-8F82B6A52E0F}" dt="2026-03-04T21:16:51.885" v="646" actId="20577"/>
          <ac:spMkLst>
            <pc:docMk/>
            <pc:sldMk cId="0" sldId="261"/>
            <ac:spMk id="77" creationId="{00000000-0000-0000-0000-000000000000}"/>
          </ac:spMkLst>
        </pc:spChg>
        <pc:grpChg chg="del">
          <ac:chgData name="X00226717 Leo Ennis" userId="S::x00226717@mytudublin.ie::5ac98a8f-c0fc-4808-8bba-6b37ba6c919f" providerId="AD" clId="Web-{16626069-13CF-7443-5C3C-8F82B6A52E0F}" dt="2026-03-04T20:42:05.166" v="3"/>
          <ac:grpSpMkLst>
            <pc:docMk/>
            <pc:sldMk cId="0" sldId="261"/>
            <ac:grpSpMk id="73" creationId="{00000000-0000-0000-0000-000000000000}"/>
          </ac:grpSpMkLst>
        </pc:grpChg>
      </pc:sldChg>
      <pc:sldChg chg="delSp modSp">
        <pc:chgData name="X00226717 Leo Ennis" userId="S::x00226717@mytudublin.ie::5ac98a8f-c0fc-4808-8bba-6b37ba6c919f" providerId="AD" clId="Web-{16626069-13CF-7443-5C3C-8F82B6A52E0F}" dt="2026-03-04T21:34:59.655" v="1010" actId="20577"/>
        <pc:sldMkLst>
          <pc:docMk/>
          <pc:sldMk cId="736397861" sldId="268"/>
        </pc:sldMkLst>
        <pc:spChg chg="topLvl">
          <ac:chgData name="X00226717 Leo Ennis" userId="S::x00226717@mytudublin.ie::5ac98a8f-c0fc-4808-8bba-6b37ba6c919f" providerId="AD" clId="Web-{16626069-13CF-7443-5C3C-8F82B6A52E0F}" dt="2026-03-04T21:32:23.445" v="883"/>
          <ac:spMkLst>
            <pc:docMk/>
            <pc:sldMk cId="736397861" sldId="268"/>
            <ac:spMk id="92" creationId="{83D83A09-7541-8423-083D-9528A7EC5E6E}"/>
          </ac:spMkLst>
        </pc:spChg>
        <pc:spChg chg="del topLvl">
          <ac:chgData name="X00226717 Leo Ennis" userId="S::x00226717@mytudublin.ie::5ac98a8f-c0fc-4808-8bba-6b37ba6c919f" providerId="AD" clId="Web-{16626069-13CF-7443-5C3C-8F82B6A52E0F}" dt="2026-03-04T21:32:23.445" v="883"/>
          <ac:spMkLst>
            <pc:docMk/>
            <pc:sldMk cId="736397861" sldId="268"/>
            <ac:spMk id="93" creationId="{59E9E3C4-4E98-3811-BB2A-559F812034F0}"/>
          </ac:spMkLst>
        </pc:spChg>
        <pc:spChg chg="mod">
          <ac:chgData name="X00226717 Leo Ennis" userId="S::x00226717@mytudublin.ie::5ac98a8f-c0fc-4808-8bba-6b37ba6c919f" providerId="AD" clId="Web-{16626069-13CF-7443-5C3C-8F82B6A52E0F}" dt="2026-03-04T21:28:14.600" v="669" actId="20577"/>
          <ac:spMkLst>
            <pc:docMk/>
            <pc:sldMk cId="736397861" sldId="268"/>
            <ac:spMk id="94" creationId="{CE27C381-C27E-B21D-2531-6FC2EFDF133D}"/>
          </ac:spMkLst>
        </pc:spChg>
        <pc:spChg chg="mod">
          <ac:chgData name="X00226717 Leo Ennis" userId="S::x00226717@mytudublin.ie::5ac98a8f-c0fc-4808-8bba-6b37ba6c919f" providerId="AD" clId="Web-{16626069-13CF-7443-5C3C-8F82B6A52E0F}" dt="2026-03-04T21:34:59.655" v="1010" actId="20577"/>
          <ac:spMkLst>
            <pc:docMk/>
            <pc:sldMk cId="736397861" sldId="268"/>
            <ac:spMk id="95" creationId="{431B67A0-6395-BC73-CF37-6C9D83149826}"/>
          </ac:spMkLst>
        </pc:spChg>
        <pc:grpChg chg="del">
          <ac:chgData name="X00226717 Leo Ennis" userId="S::x00226717@mytudublin.ie::5ac98a8f-c0fc-4808-8bba-6b37ba6c919f" providerId="AD" clId="Web-{16626069-13CF-7443-5C3C-8F82B6A52E0F}" dt="2026-03-04T21:32:23.445" v="883"/>
          <ac:grpSpMkLst>
            <pc:docMk/>
            <pc:sldMk cId="736397861" sldId="268"/>
            <ac:grpSpMk id="91" creationId="{3ACEE086-3C79-AB18-396E-2D4610504D20}"/>
          </ac:grpSpMkLst>
        </pc:grpChg>
      </pc:sldChg>
      <pc:sldChg chg="new">
        <pc:chgData name="X00226717 Leo Ennis" userId="S::x00226717@mytudublin.ie::5ac98a8f-c0fc-4808-8bba-6b37ba6c919f" providerId="AD" clId="Web-{16626069-13CF-7443-5C3C-8F82B6A52E0F}" dt="2026-03-04T20:35:46.178" v="0"/>
        <pc:sldMkLst>
          <pc:docMk/>
          <pc:sldMk cId="3542120872" sldId="269"/>
        </pc:sldMkLst>
      </pc:sldChg>
      <pc:sldChg chg="modSp new">
        <pc:chgData name="X00226717 Leo Ennis" userId="S::x00226717@mytudublin.ie::5ac98a8f-c0fc-4808-8bba-6b37ba6c919f" providerId="AD" clId="Web-{16626069-13CF-7443-5C3C-8F82B6A52E0F}" dt="2026-03-04T21:21:13.501" v="649" actId="20577"/>
        <pc:sldMkLst>
          <pc:docMk/>
          <pc:sldMk cId="3570481747" sldId="269"/>
        </pc:sldMkLst>
        <pc:spChg chg="mod">
          <ac:chgData name="X00226717 Leo Ennis" userId="S::x00226717@mytudublin.ie::5ac98a8f-c0fc-4808-8bba-6b37ba6c919f" providerId="AD" clId="Web-{16626069-13CF-7443-5C3C-8F82B6A52E0F}" dt="2026-03-04T20:51:35.225" v="356" actId="1076"/>
          <ac:spMkLst>
            <pc:docMk/>
            <pc:sldMk cId="3570481747" sldId="269"/>
            <ac:spMk id="2" creationId="{5EE78DA1-310D-798B-81E3-92B93C407751}"/>
          </ac:spMkLst>
        </pc:spChg>
        <pc:spChg chg="mod">
          <ac:chgData name="X00226717 Leo Ennis" userId="S::x00226717@mytudublin.ie::5ac98a8f-c0fc-4808-8bba-6b37ba6c919f" providerId="AD" clId="Web-{16626069-13CF-7443-5C3C-8F82B6A52E0F}" dt="2026-03-04T20:49:52.239" v="353" actId="1076"/>
          <ac:spMkLst>
            <pc:docMk/>
            <pc:sldMk cId="3570481747" sldId="269"/>
            <ac:spMk id="3" creationId="{B8A4C5C5-F6F6-D134-AA4F-3F039577F4D7}"/>
          </ac:spMkLst>
        </pc:spChg>
        <pc:graphicFrameChg chg="modGraphic">
          <ac:chgData name="X00226717 Leo Ennis" userId="S::x00226717@mytudublin.ie::5ac98a8f-c0fc-4808-8bba-6b37ba6c919f" providerId="AD" clId="Web-{16626069-13CF-7443-5C3C-8F82B6A52E0F}" dt="2026-03-04T21:21:13.501" v="649" actId="20577"/>
          <ac:graphicFrameMkLst>
            <pc:docMk/>
            <pc:sldMk cId="3570481747" sldId="269"/>
            <ac:graphicFrameMk id="5" creationId="{1EB59B32-C22C-0448-9632-5EDB88EBDF68}"/>
          </ac:graphicFrameMkLst>
        </pc:graphicFrameChg>
      </pc:sldChg>
      <pc:sldChg chg="modSp new">
        <pc:chgData name="X00226717 Leo Ennis" userId="S::x00226717@mytudublin.ie::5ac98a8f-c0fc-4808-8bba-6b37ba6c919f" providerId="AD" clId="Web-{16626069-13CF-7443-5C3C-8F82B6A52E0F}" dt="2026-03-04T21:06:02.192" v="623" actId="20577"/>
        <pc:sldMkLst>
          <pc:docMk/>
          <pc:sldMk cId="2227792496" sldId="270"/>
        </pc:sldMkLst>
        <pc:spChg chg="mod">
          <ac:chgData name="X00226717 Leo Ennis" userId="S::x00226717@mytudublin.ie::5ac98a8f-c0fc-4808-8bba-6b37ba6c919f" providerId="AD" clId="Web-{16626069-13CF-7443-5C3C-8F82B6A52E0F}" dt="2026-03-04T20:52:15.100" v="372" actId="20577"/>
          <ac:spMkLst>
            <pc:docMk/>
            <pc:sldMk cId="2227792496" sldId="270"/>
            <ac:spMk id="2" creationId="{D810658E-7811-5040-2533-9B9DFD3BBAAD}"/>
          </ac:spMkLst>
        </pc:spChg>
        <pc:spChg chg="mod">
          <ac:chgData name="X00226717 Leo Ennis" userId="S::x00226717@mytudublin.ie::5ac98a8f-c0fc-4808-8bba-6b37ba6c919f" providerId="AD" clId="Web-{16626069-13CF-7443-5C3C-8F82B6A52E0F}" dt="2026-03-04T21:06:02.192" v="623" actId="20577"/>
          <ac:spMkLst>
            <pc:docMk/>
            <pc:sldMk cId="2227792496" sldId="270"/>
            <ac:spMk id="3" creationId="{7E7E2B7A-53A4-1CAC-2ADF-8B3B72F15A74}"/>
          </ac:spMkLst>
        </pc:spChg>
      </pc:sldChg>
      <pc:sldChg chg="new del">
        <pc:chgData name="X00226717 Leo Ennis" userId="S::x00226717@mytudublin.ie::5ac98a8f-c0fc-4808-8bba-6b37ba6c919f" providerId="AD" clId="Web-{16626069-13CF-7443-5C3C-8F82B6A52E0F}" dt="2026-03-04T20:51:28.084" v="355"/>
        <pc:sldMkLst>
          <pc:docMk/>
          <pc:sldMk cId="3539164808" sldId="270"/>
        </pc:sldMkLst>
      </pc:sldChg>
    </pc:docChg>
  </pc:docChgLst>
  <pc:docChgLst>
    <pc:chgData name="X00226717 Leo Ennis" userId="S::x00226717@mytudublin.ie::5ac98a8f-c0fc-4808-8bba-6b37ba6c919f" providerId="AD" clId="Web-{1267AEC5-C592-5D54-F926-C34D54D891B9}"/>
    <pc:docChg chg="modSld">
      <pc:chgData name="X00226717 Leo Ennis" userId="S::x00226717@mytudublin.ie::5ac98a8f-c0fc-4808-8bba-6b37ba6c919f" providerId="AD" clId="Web-{1267AEC5-C592-5D54-F926-C34D54D891B9}" dt="2026-03-04T22:00:47.083" v="32" actId="20577"/>
      <pc:docMkLst>
        <pc:docMk/>
      </pc:docMkLst>
      <pc:sldChg chg="modSp">
        <pc:chgData name="X00226717 Leo Ennis" userId="S::x00226717@mytudublin.ie::5ac98a8f-c0fc-4808-8bba-6b37ba6c919f" providerId="AD" clId="Web-{1267AEC5-C592-5D54-F926-C34D54D891B9}" dt="2026-03-04T22:00:47.083" v="32" actId="20577"/>
        <pc:sldMkLst>
          <pc:docMk/>
          <pc:sldMk cId="0" sldId="256"/>
        </pc:sldMkLst>
        <pc:spChg chg="mod">
          <ac:chgData name="X00226717 Leo Ennis" userId="S::x00226717@mytudublin.ie::5ac98a8f-c0fc-4808-8bba-6b37ba6c919f" providerId="AD" clId="Web-{1267AEC5-C592-5D54-F926-C34D54D891B9}" dt="2026-03-04T22:00:47.083" v="32" actId="20577"/>
          <ac:spMkLst>
            <pc:docMk/>
            <pc:sldMk cId="0" sldId="256"/>
            <ac:spMk id="57" creationId="{00000000-0000-0000-0000-000000000000}"/>
          </ac:spMkLst>
        </pc:spChg>
      </pc:sldChg>
      <pc:sldChg chg="modSp">
        <pc:chgData name="X00226717 Leo Ennis" userId="S::x00226717@mytudublin.ie::5ac98a8f-c0fc-4808-8bba-6b37ba6c919f" providerId="AD" clId="Web-{1267AEC5-C592-5D54-F926-C34D54D891B9}" dt="2026-03-04T21:37:13.469" v="30" actId="20577"/>
        <pc:sldMkLst>
          <pc:docMk/>
          <pc:sldMk cId="736397861" sldId="268"/>
        </pc:sldMkLst>
        <pc:spChg chg="mod">
          <ac:chgData name="X00226717 Leo Ennis" userId="S::x00226717@mytudublin.ie::5ac98a8f-c0fc-4808-8bba-6b37ba6c919f" providerId="AD" clId="Web-{1267AEC5-C592-5D54-F926-C34D54D891B9}" dt="2026-03-04T21:37:13.469" v="30" actId="20577"/>
          <ac:spMkLst>
            <pc:docMk/>
            <pc:sldMk cId="736397861" sldId="268"/>
            <ac:spMk id="95" creationId="{431B67A0-6395-BC73-CF37-6C9D83149826}"/>
          </ac:spMkLst>
        </pc:spChg>
      </pc:sldChg>
    </pc:docChg>
  </pc:docChgLst>
  <pc:docChgLst>
    <pc:chgData name="X00220405 Illia Lysennyi" userId="S::x00220405@mytudublin.ie::669ed758-3929-4c31-981a-decee79f9127" providerId="AD" clId="Web-{BED496AD-97C2-17E0-347F-D3C908D53E1C}"/>
    <pc:docChg chg="delSld modSld">
      <pc:chgData name="X00220405 Illia Lysennyi" userId="S::x00220405@mytudublin.ie::669ed758-3929-4c31-981a-decee79f9127" providerId="AD" clId="Web-{BED496AD-97C2-17E0-347F-D3C908D53E1C}" dt="2026-03-04T20:31:49.204" v="17" actId="1076"/>
      <pc:docMkLst>
        <pc:docMk/>
      </pc:docMkLst>
      <pc:sldChg chg="modSp">
        <pc:chgData name="X00220405 Illia Lysennyi" userId="S::x00220405@mytudublin.ie::669ed758-3929-4c31-981a-decee79f9127" providerId="AD" clId="Web-{BED496AD-97C2-17E0-347F-D3C908D53E1C}" dt="2026-03-04T20:19:04.162" v="11" actId="14100"/>
        <pc:sldMkLst>
          <pc:docMk/>
          <pc:sldMk cId="0" sldId="256"/>
        </pc:sldMkLst>
        <pc:spChg chg="mod">
          <ac:chgData name="X00220405 Illia Lysennyi" userId="S::x00220405@mytudublin.ie::669ed758-3929-4c31-981a-decee79f9127" providerId="AD" clId="Web-{BED496AD-97C2-17E0-347F-D3C908D53E1C}" dt="2026-03-04T20:19:04.162" v="11" actId="14100"/>
          <ac:spMkLst>
            <pc:docMk/>
            <pc:sldMk cId="0" sldId="256"/>
            <ac:spMk id="57" creationId="{00000000-0000-0000-0000-000000000000}"/>
          </ac:spMkLst>
        </pc:spChg>
      </pc:sldChg>
      <pc:sldChg chg="modSp">
        <pc:chgData name="X00220405 Illia Lysennyi" userId="S::x00220405@mytudublin.ie::669ed758-3929-4c31-981a-decee79f9127" providerId="AD" clId="Web-{BED496AD-97C2-17E0-347F-D3C908D53E1C}" dt="2026-03-04T20:19:16.555" v="14" actId="20577"/>
        <pc:sldMkLst>
          <pc:docMk/>
          <pc:sldMk cId="0" sldId="257"/>
        </pc:sldMkLst>
        <pc:spChg chg="mod">
          <ac:chgData name="X00220405 Illia Lysennyi" userId="S::x00220405@mytudublin.ie::669ed758-3929-4c31-981a-decee79f9127" providerId="AD" clId="Web-{BED496AD-97C2-17E0-347F-D3C908D53E1C}" dt="2026-03-04T20:19:16.555" v="14" actId="20577"/>
          <ac:spMkLst>
            <pc:docMk/>
            <pc:sldMk cId="0" sldId="257"/>
            <ac:spMk id="2" creationId="{85C98C81-F0EF-38F5-08AA-97A248BF6521}"/>
          </ac:spMkLst>
        </pc:spChg>
      </pc:sldChg>
      <pc:sldChg chg="modSp">
        <pc:chgData name="X00220405 Illia Lysennyi" userId="S::x00220405@mytudublin.ie::669ed758-3929-4c31-981a-decee79f9127" providerId="AD" clId="Web-{BED496AD-97C2-17E0-347F-D3C908D53E1C}" dt="2026-03-04T20:31:49.204" v="17" actId="1076"/>
        <pc:sldMkLst>
          <pc:docMk/>
          <pc:sldMk cId="0" sldId="263"/>
        </pc:sldMkLst>
        <pc:spChg chg="mod">
          <ac:chgData name="X00220405 Illia Lysennyi" userId="S::x00220405@mytudublin.ie::669ed758-3929-4c31-981a-decee79f9127" providerId="AD" clId="Web-{BED496AD-97C2-17E0-347F-D3C908D53E1C}" dt="2026-03-04T20:31:49.204" v="17" actId="1076"/>
          <ac:spMkLst>
            <pc:docMk/>
            <pc:sldMk cId="0" sldId="263"/>
            <ac:spMk id="2" creationId="{30BD8CA8-CF70-845A-AF5A-E8E832765F12}"/>
          </ac:spMkLst>
        </pc:spChg>
      </pc:sldChg>
      <pc:sldChg chg="del">
        <pc:chgData name="X00220405 Illia Lysennyi" userId="S::x00220405@mytudublin.ie::669ed758-3929-4c31-981a-decee79f9127" providerId="AD" clId="Web-{BED496AD-97C2-17E0-347F-D3C908D53E1C}" dt="2026-03-04T19:07:07.086" v="0"/>
        <pc:sldMkLst>
          <pc:docMk/>
          <pc:sldMk cId="0" sldId="265"/>
        </pc:sldMkLst>
      </pc:sldChg>
    </pc:docChg>
  </pc:docChgLst>
  <pc:docChgLst>
    <pc:chgData name="X00220405 Illia Lysennyi" userId="S::x00220405@mytudublin.ie::669ed758-3929-4c31-981a-decee79f9127" providerId="AD" clId="Web-{5F4F3903-49C4-DEBB-972D-F6CEC0637B98}"/>
    <pc:docChg chg="modSld">
      <pc:chgData name="X00220405 Illia Lysennyi" userId="S::x00220405@mytudublin.ie::669ed758-3929-4c31-981a-decee79f9127" providerId="AD" clId="Web-{5F4F3903-49C4-DEBB-972D-F6CEC0637B98}" dt="2026-03-04T10:51:03.011" v="1" actId="20577"/>
      <pc:docMkLst>
        <pc:docMk/>
      </pc:docMkLst>
      <pc:sldChg chg="modSp">
        <pc:chgData name="X00220405 Illia Lysennyi" userId="S::x00220405@mytudublin.ie::669ed758-3929-4c31-981a-decee79f9127" providerId="AD" clId="Web-{5F4F3903-49C4-DEBB-972D-F6CEC0637B98}" dt="2026-03-04T10:51:03.011" v="1" actId="20577"/>
        <pc:sldMkLst>
          <pc:docMk/>
          <pc:sldMk cId="0" sldId="261"/>
        </pc:sldMkLst>
        <pc:spChg chg="mod">
          <ac:chgData name="X00220405 Illia Lysennyi" userId="S::x00220405@mytudublin.ie::669ed758-3929-4c31-981a-decee79f9127" providerId="AD" clId="Web-{5F4F3903-49C4-DEBB-972D-F6CEC0637B98}" dt="2026-03-04T10:51:03.011" v="1" actId="20577"/>
          <ac:spMkLst>
            <pc:docMk/>
            <pc:sldMk cId="0" sldId="261"/>
            <ac:spMk id="76" creationId="{00000000-0000-0000-0000-000000000000}"/>
          </ac:spMkLst>
        </pc:spChg>
      </pc:sldChg>
      <pc:sldChg chg="modSp">
        <pc:chgData name="X00220405 Illia Lysennyi" userId="S::x00220405@mytudublin.ie::669ed758-3929-4c31-981a-decee79f9127" providerId="AD" clId="Web-{5F4F3903-49C4-DEBB-972D-F6CEC0637B98}" dt="2026-03-04T10:50:59.011" v="0" actId="20577"/>
        <pc:sldMkLst>
          <pc:docMk/>
          <pc:sldMk cId="0" sldId="262"/>
        </pc:sldMkLst>
        <pc:spChg chg="mod">
          <ac:chgData name="X00220405 Illia Lysennyi" userId="S::x00220405@mytudublin.ie::669ed758-3929-4c31-981a-decee79f9127" providerId="AD" clId="Web-{5F4F3903-49C4-DEBB-972D-F6CEC0637B98}" dt="2026-03-04T10:50:59.011" v="0" actId="20577"/>
          <ac:spMkLst>
            <pc:docMk/>
            <pc:sldMk cId="0" sldId="262"/>
            <ac:spMk id="79" creationId="{00000000-0000-0000-0000-000000000000}"/>
          </ac:spMkLst>
        </pc:spChg>
      </pc:sldChg>
    </pc:docChg>
  </pc:docChgLst>
  <pc:docChgLst>
    <pc:chgData name="X00226717 Leo Ennis" userId="S::x00226717@mytudublin.ie::5ac98a8f-c0fc-4808-8bba-6b37ba6c919f" providerId="AD" clId="Web-{1D25B778-7CB1-7EEC-EA16-D7B7585E98D6}"/>
    <pc:docChg chg="modSld">
      <pc:chgData name="X00226717 Leo Ennis" userId="S::x00226717@mytudublin.ie::5ac98a8f-c0fc-4808-8bba-6b37ba6c919f" providerId="AD" clId="Web-{1D25B778-7CB1-7EEC-EA16-D7B7585E98D6}" dt="2026-03-04T20:31:51.316" v="1522" actId="20577"/>
      <pc:docMkLst>
        <pc:docMk/>
      </pc:docMkLst>
      <pc:sldChg chg="delSp modSp">
        <pc:chgData name="X00226717 Leo Ennis" userId="S::x00226717@mytudublin.ie::5ac98a8f-c0fc-4808-8bba-6b37ba6c919f" providerId="AD" clId="Web-{1D25B778-7CB1-7EEC-EA16-D7B7585E98D6}" dt="2026-03-04T19:28:47.457" v="220" actId="1076"/>
        <pc:sldMkLst>
          <pc:docMk/>
          <pc:sldMk cId="0" sldId="256"/>
        </pc:sldMkLst>
        <pc:spChg chg="del">
          <ac:chgData name="X00226717 Leo Ennis" userId="S::x00226717@mytudublin.ie::5ac98a8f-c0fc-4808-8bba-6b37ba6c919f" providerId="AD" clId="Web-{1D25B778-7CB1-7EEC-EA16-D7B7585E98D6}" dt="2026-03-04T19:18:21.862" v="42"/>
          <ac:spMkLst>
            <pc:docMk/>
            <pc:sldMk cId="0" sldId="256"/>
            <ac:spMk id="55" creationId="{00000000-0000-0000-0000-000000000000}"/>
          </ac:spMkLst>
        </pc:spChg>
        <pc:spChg chg="del">
          <ac:chgData name="X00226717 Leo Ennis" userId="S::x00226717@mytudublin.ie::5ac98a8f-c0fc-4808-8bba-6b37ba6c919f" providerId="AD" clId="Web-{1D25B778-7CB1-7EEC-EA16-D7B7585E98D6}" dt="2026-03-04T19:18:26.066" v="43"/>
          <ac:spMkLst>
            <pc:docMk/>
            <pc:sldMk cId="0" sldId="256"/>
            <ac:spMk id="56" creationId="{00000000-0000-0000-0000-000000000000}"/>
          </ac:spMkLst>
        </pc:spChg>
        <pc:spChg chg="mod">
          <ac:chgData name="X00226717 Leo Ennis" userId="S::x00226717@mytudublin.ie::5ac98a8f-c0fc-4808-8bba-6b37ba6c919f" providerId="AD" clId="Web-{1D25B778-7CB1-7EEC-EA16-D7B7585E98D6}" dt="2026-03-04T19:28:47.457" v="220" actId="1076"/>
          <ac:spMkLst>
            <pc:docMk/>
            <pc:sldMk cId="0" sldId="256"/>
            <ac:spMk id="57" creationId="{00000000-0000-0000-0000-000000000000}"/>
          </ac:spMkLst>
        </pc:spChg>
        <pc:spChg chg="del">
          <ac:chgData name="X00226717 Leo Ennis" userId="S::x00226717@mytudublin.ie::5ac98a8f-c0fc-4808-8bba-6b37ba6c919f" providerId="AD" clId="Web-{1D25B778-7CB1-7EEC-EA16-D7B7585E98D6}" dt="2026-03-04T19:18:13.581" v="41"/>
          <ac:spMkLst>
            <pc:docMk/>
            <pc:sldMk cId="0" sldId="256"/>
            <ac:spMk id="58" creationId="{00000000-0000-0000-0000-000000000000}"/>
          </ac:spMkLst>
        </pc:spChg>
        <pc:grpChg chg="del">
          <ac:chgData name="X00226717 Leo Ennis" userId="S::x00226717@mytudublin.ie::5ac98a8f-c0fc-4808-8bba-6b37ba6c919f" providerId="AD" clId="Web-{1D25B778-7CB1-7EEC-EA16-D7B7585E98D6}" dt="2026-03-04T19:19:51.086" v="47"/>
          <ac:grpSpMkLst>
            <pc:docMk/>
            <pc:sldMk cId="0" sldId="256"/>
            <ac:grpSpMk id="51" creationId="{00000000-0000-0000-0000-000000000000}"/>
          </ac:grpSpMkLst>
        </pc:grpChg>
        <pc:grpChg chg="del">
          <ac:chgData name="X00226717 Leo Ennis" userId="S::x00226717@mytudublin.ie::5ac98a8f-c0fc-4808-8bba-6b37ba6c919f" providerId="AD" clId="Web-{1D25B778-7CB1-7EEC-EA16-D7B7585E98D6}" dt="2026-03-04T19:18:21.862" v="42"/>
          <ac:grpSpMkLst>
            <pc:docMk/>
            <pc:sldMk cId="0" sldId="256"/>
            <ac:grpSpMk id="54" creationId="{00000000-0000-0000-0000-000000000000}"/>
          </ac:grpSpMkLst>
        </pc:grpChg>
        <pc:picChg chg="mod">
          <ac:chgData name="X00226717 Leo Ennis" userId="S::x00226717@mytudublin.ie::5ac98a8f-c0fc-4808-8bba-6b37ba6c919f" providerId="AD" clId="Web-{1D25B778-7CB1-7EEC-EA16-D7B7585E98D6}" dt="2026-03-04T19:22:06.543" v="73" actId="1076"/>
          <ac:picMkLst>
            <pc:docMk/>
            <pc:sldMk cId="0" sldId="256"/>
            <ac:picMk id="50" creationId="{00000000-0000-0000-0000-000000000000}"/>
          </ac:picMkLst>
        </pc:picChg>
      </pc:sldChg>
      <pc:sldChg chg="addSp delSp modSp">
        <pc:chgData name="X00226717 Leo Ennis" userId="S::x00226717@mytudublin.ie::5ac98a8f-c0fc-4808-8bba-6b37ba6c919f" providerId="AD" clId="Web-{1D25B778-7CB1-7EEC-EA16-D7B7585E98D6}" dt="2026-03-04T19:27:59.426" v="214" actId="1076"/>
        <pc:sldMkLst>
          <pc:docMk/>
          <pc:sldMk cId="0" sldId="257"/>
        </pc:sldMkLst>
        <pc:spChg chg="add mod">
          <ac:chgData name="X00226717 Leo Ennis" userId="S::x00226717@mytudublin.ie::5ac98a8f-c0fc-4808-8bba-6b37ba6c919f" providerId="AD" clId="Web-{1D25B778-7CB1-7EEC-EA16-D7B7585E98D6}" dt="2026-03-04T19:27:59.426" v="214" actId="1076"/>
          <ac:spMkLst>
            <pc:docMk/>
            <pc:sldMk cId="0" sldId="257"/>
            <ac:spMk id="2" creationId="{85C98C81-F0EF-38F5-08AA-97A248BF6521}"/>
          </ac:spMkLst>
        </pc:spChg>
        <pc:spChg chg="mod">
          <ac:chgData name="X00226717 Leo Ennis" userId="S::x00226717@mytudublin.ie::5ac98a8f-c0fc-4808-8bba-6b37ba6c919f" providerId="AD" clId="Web-{1D25B778-7CB1-7EEC-EA16-D7B7585E98D6}" dt="2026-03-04T19:26:59.003" v="195" actId="14100"/>
          <ac:spMkLst>
            <pc:docMk/>
            <pc:sldMk cId="0" sldId="257"/>
            <ac:spMk id="63" creationId="{00000000-0000-0000-0000-000000000000}"/>
          </ac:spMkLst>
        </pc:spChg>
        <pc:spChg chg="del mod">
          <ac:chgData name="X00226717 Leo Ennis" userId="S::x00226717@mytudublin.ie::5ac98a8f-c0fc-4808-8bba-6b37ba6c919f" providerId="AD" clId="Web-{1D25B778-7CB1-7EEC-EA16-D7B7585E98D6}" dt="2026-03-04T19:27:53.238" v="213"/>
          <ac:spMkLst>
            <pc:docMk/>
            <pc:sldMk cId="0" sldId="257"/>
            <ac:spMk id="64" creationId="{00000000-0000-0000-0000-000000000000}"/>
          </ac:spMkLst>
        </pc:spChg>
        <pc:grpChg chg="del">
          <ac:chgData name="X00226717 Leo Ennis" userId="S::x00226717@mytudublin.ie::5ac98a8f-c0fc-4808-8bba-6b37ba6c919f" providerId="AD" clId="Web-{1D25B778-7CB1-7EEC-EA16-D7B7585E98D6}" dt="2026-03-04T19:27:02.878" v="196"/>
          <ac:grpSpMkLst>
            <pc:docMk/>
            <pc:sldMk cId="0" sldId="257"/>
            <ac:grpSpMk id="60" creationId="{00000000-0000-0000-0000-000000000000}"/>
          </ac:grpSpMkLst>
        </pc:grpChg>
      </pc:sldChg>
      <pc:sldChg chg="modSp">
        <pc:chgData name="X00226717 Leo Ennis" userId="S::x00226717@mytudublin.ie::5ac98a8f-c0fc-4808-8bba-6b37ba6c919f" providerId="AD" clId="Web-{1D25B778-7CB1-7EEC-EA16-D7B7585E98D6}" dt="2026-03-04T19:28:33.035" v="219" actId="14100"/>
        <pc:sldMkLst>
          <pc:docMk/>
          <pc:sldMk cId="0" sldId="258"/>
        </pc:sldMkLst>
        <pc:spChg chg="mod">
          <ac:chgData name="X00226717 Leo Ennis" userId="S::x00226717@mytudublin.ie::5ac98a8f-c0fc-4808-8bba-6b37ba6c919f" providerId="AD" clId="Web-{1D25B778-7CB1-7EEC-EA16-D7B7585E98D6}" dt="2026-03-04T19:28:33.035" v="219" actId="14100"/>
          <ac:spMkLst>
            <pc:docMk/>
            <pc:sldMk cId="0" sldId="258"/>
            <ac:spMk id="66" creationId="{00000000-0000-0000-0000-000000000000}"/>
          </ac:spMkLst>
        </pc:spChg>
      </pc:sldChg>
      <pc:sldChg chg="addSp modSp">
        <pc:chgData name="X00226717 Leo Ennis" userId="S::x00226717@mytudublin.ie::5ac98a8f-c0fc-4808-8bba-6b37ba6c919f" providerId="AD" clId="Web-{1D25B778-7CB1-7EEC-EA16-D7B7585E98D6}" dt="2026-03-04T20:11:57.173" v="907" actId="20577"/>
        <pc:sldMkLst>
          <pc:docMk/>
          <pc:sldMk cId="0" sldId="259"/>
        </pc:sldMkLst>
        <pc:spChg chg="add mod">
          <ac:chgData name="X00226717 Leo Ennis" userId="S::x00226717@mytudublin.ie::5ac98a8f-c0fc-4808-8bba-6b37ba6c919f" providerId="AD" clId="Web-{1D25B778-7CB1-7EEC-EA16-D7B7585E98D6}" dt="2026-03-04T20:11:57.173" v="907" actId="20577"/>
          <ac:spMkLst>
            <pc:docMk/>
            <pc:sldMk cId="0" sldId="259"/>
            <ac:spMk id="2" creationId="{D53E7BC1-709D-4264-598D-732BBB1A773B}"/>
          </ac:spMkLst>
        </pc:spChg>
        <pc:spChg chg="mod">
          <ac:chgData name="X00226717 Leo Ennis" userId="S::x00226717@mytudublin.ie::5ac98a8f-c0fc-4808-8bba-6b37ba6c919f" providerId="AD" clId="Web-{1D25B778-7CB1-7EEC-EA16-D7B7585E98D6}" dt="2026-03-04T20:10:11.262" v="843" actId="1076"/>
          <ac:spMkLst>
            <pc:docMk/>
            <pc:sldMk cId="0" sldId="259"/>
            <ac:spMk id="68" creationId="{00000000-0000-0000-0000-000000000000}"/>
          </ac:spMkLst>
        </pc:spChg>
      </pc:sldChg>
      <pc:sldChg chg="addSp modSp">
        <pc:chgData name="X00226717 Leo Ennis" userId="S::x00226717@mytudublin.ie::5ac98a8f-c0fc-4808-8bba-6b37ba6c919f" providerId="AD" clId="Web-{1D25B778-7CB1-7EEC-EA16-D7B7585E98D6}" dt="2026-03-04T19:36:29.487" v="551" actId="20577"/>
        <pc:sldMkLst>
          <pc:docMk/>
          <pc:sldMk cId="0" sldId="260"/>
        </pc:sldMkLst>
        <pc:spChg chg="add">
          <ac:chgData name="X00226717 Leo Ennis" userId="S::x00226717@mytudublin.ie::5ac98a8f-c0fc-4808-8bba-6b37ba6c919f" providerId="AD" clId="Web-{1D25B778-7CB1-7EEC-EA16-D7B7585E98D6}" dt="2026-03-04T19:29:34.911" v="224"/>
          <ac:spMkLst>
            <pc:docMk/>
            <pc:sldMk cId="0" sldId="260"/>
            <ac:spMk id="2" creationId="{E1EBEDC9-4230-B0C7-BA30-E3FB9C1BC5C4}"/>
          </ac:spMkLst>
        </pc:spChg>
        <pc:spChg chg="add mod">
          <ac:chgData name="X00226717 Leo Ennis" userId="S::x00226717@mytudublin.ie::5ac98a8f-c0fc-4808-8bba-6b37ba6c919f" providerId="AD" clId="Web-{1D25B778-7CB1-7EEC-EA16-D7B7585E98D6}" dt="2026-03-04T19:36:29.487" v="551" actId="20577"/>
          <ac:spMkLst>
            <pc:docMk/>
            <pc:sldMk cId="0" sldId="260"/>
            <ac:spMk id="3" creationId="{29B1D01F-1B04-84B0-9642-F78D63502D07}"/>
          </ac:spMkLst>
        </pc:spChg>
        <pc:spChg chg="mod">
          <ac:chgData name="X00226717 Leo Ennis" userId="S::x00226717@mytudublin.ie::5ac98a8f-c0fc-4808-8bba-6b37ba6c919f" providerId="AD" clId="Web-{1D25B778-7CB1-7EEC-EA16-D7B7585E98D6}" dt="2026-03-04T19:29:29.427" v="223" actId="14100"/>
          <ac:spMkLst>
            <pc:docMk/>
            <pc:sldMk cId="0" sldId="260"/>
            <ac:spMk id="71" creationId="{00000000-0000-0000-0000-000000000000}"/>
          </ac:spMkLst>
        </pc:spChg>
      </pc:sldChg>
      <pc:sldChg chg="modSp">
        <pc:chgData name="X00226717 Leo Ennis" userId="S::x00226717@mytudublin.ie::5ac98a8f-c0fc-4808-8bba-6b37ba6c919f" providerId="AD" clId="Web-{1D25B778-7CB1-7EEC-EA16-D7B7585E98D6}" dt="2026-03-04T20:26:20.605" v="1227" actId="1076"/>
        <pc:sldMkLst>
          <pc:docMk/>
          <pc:sldMk cId="0" sldId="261"/>
        </pc:sldMkLst>
        <pc:spChg chg="mod">
          <ac:chgData name="X00226717 Leo Ennis" userId="S::x00226717@mytudublin.ie::5ac98a8f-c0fc-4808-8bba-6b37ba6c919f" providerId="AD" clId="Web-{1D25B778-7CB1-7EEC-EA16-D7B7585E98D6}" dt="2026-03-04T19:37:08.692" v="560" actId="20577"/>
          <ac:spMkLst>
            <pc:docMk/>
            <pc:sldMk cId="0" sldId="261"/>
            <ac:spMk id="76" creationId="{00000000-0000-0000-0000-000000000000}"/>
          </ac:spMkLst>
        </pc:spChg>
        <pc:spChg chg="mod">
          <ac:chgData name="X00226717 Leo Ennis" userId="S::x00226717@mytudublin.ie::5ac98a8f-c0fc-4808-8bba-6b37ba6c919f" providerId="AD" clId="Web-{1D25B778-7CB1-7EEC-EA16-D7B7585E98D6}" dt="2026-03-04T20:25:42.573" v="1226" actId="20577"/>
          <ac:spMkLst>
            <pc:docMk/>
            <pc:sldMk cId="0" sldId="261"/>
            <ac:spMk id="77" creationId="{00000000-0000-0000-0000-000000000000}"/>
          </ac:spMkLst>
        </pc:spChg>
        <pc:grpChg chg="mod">
          <ac:chgData name="X00226717 Leo Ennis" userId="S::x00226717@mytudublin.ie::5ac98a8f-c0fc-4808-8bba-6b37ba6c919f" providerId="AD" clId="Web-{1D25B778-7CB1-7EEC-EA16-D7B7585E98D6}" dt="2026-03-04T20:26:20.605" v="1227" actId="1076"/>
          <ac:grpSpMkLst>
            <pc:docMk/>
            <pc:sldMk cId="0" sldId="261"/>
            <ac:grpSpMk id="73" creationId="{00000000-0000-0000-0000-000000000000}"/>
          </ac:grpSpMkLst>
        </pc:grpChg>
      </pc:sldChg>
      <pc:sldChg chg="addSp modSp">
        <pc:chgData name="X00226717 Leo Ennis" userId="S::x00226717@mytudublin.ie::5ac98a8f-c0fc-4808-8bba-6b37ba6c919f" providerId="AD" clId="Web-{1D25B778-7CB1-7EEC-EA16-D7B7585E98D6}" dt="2026-03-04T20:31:51.316" v="1522" actId="20577"/>
        <pc:sldMkLst>
          <pc:docMk/>
          <pc:sldMk cId="0" sldId="263"/>
        </pc:sldMkLst>
        <pc:spChg chg="add mod">
          <ac:chgData name="X00226717 Leo Ennis" userId="S::x00226717@mytudublin.ie::5ac98a8f-c0fc-4808-8bba-6b37ba6c919f" providerId="AD" clId="Web-{1D25B778-7CB1-7EEC-EA16-D7B7585E98D6}" dt="2026-03-04T20:31:51.316" v="1522" actId="20577"/>
          <ac:spMkLst>
            <pc:docMk/>
            <pc:sldMk cId="0" sldId="263"/>
            <ac:spMk id="2" creationId="{30BD8CA8-CF70-845A-AF5A-E8E832765F12}"/>
          </ac:spMkLst>
        </pc:spChg>
        <pc:spChg chg="mod">
          <ac:chgData name="X00226717 Leo Ennis" userId="S::x00226717@mytudublin.ie::5ac98a8f-c0fc-4808-8bba-6b37ba6c919f" providerId="AD" clId="Web-{1D25B778-7CB1-7EEC-EA16-D7B7585E98D6}" dt="2026-03-04T20:30:32.375" v="1517" actId="1076"/>
          <ac:spMkLst>
            <pc:docMk/>
            <pc:sldMk cId="0" sldId="263"/>
            <ac:spMk id="81" creationId="{00000000-0000-0000-0000-000000000000}"/>
          </ac:spMkLst>
        </pc:spChg>
      </pc:sldChg>
    </pc:docChg>
  </pc:docChgLst>
  <pc:docChgLst>
    <pc:chgData name="X00220405 Illia Lysennyi" userId="S::x00220405@mytudublin.ie::669ed758-3929-4c31-981a-decee79f9127" providerId="AD" clId="Web-{2A802B59-2EF3-D27E-AC17-B5C813ED2C90}"/>
    <pc:docChg chg="addSld delSld modSld">
      <pc:chgData name="X00220405 Illia Lysennyi" userId="S::x00220405@mytudublin.ie::669ed758-3929-4c31-981a-decee79f9127" providerId="AD" clId="Web-{2A802B59-2EF3-D27E-AC17-B5C813ED2C90}" dt="2026-03-04T21:29:34.250" v="233" actId="1076"/>
      <pc:docMkLst>
        <pc:docMk/>
      </pc:docMkLst>
      <pc:sldChg chg="modSp">
        <pc:chgData name="X00220405 Illia Lysennyi" userId="S::x00220405@mytudublin.ie::669ed758-3929-4c31-981a-decee79f9127" providerId="AD" clId="Web-{2A802B59-2EF3-D27E-AC17-B5C813ED2C90}" dt="2026-03-04T21:08:20.455" v="33" actId="1076"/>
        <pc:sldMkLst>
          <pc:docMk/>
          <pc:sldMk cId="0" sldId="256"/>
        </pc:sldMkLst>
        <pc:spChg chg="mod">
          <ac:chgData name="X00220405 Illia Lysennyi" userId="S::x00220405@mytudublin.ie::669ed758-3929-4c31-981a-decee79f9127" providerId="AD" clId="Web-{2A802B59-2EF3-D27E-AC17-B5C813ED2C90}" dt="2026-03-04T21:08:20.455" v="33" actId="1076"/>
          <ac:spMkLst>
            <pc:docMk/>
            <pc:sldMk cId="0" sldId="256"/>
            <ac:spMk id="57" creationId="{00000000-0000-0000-0000-000000000000}"/>
          </ac:spMkLst>
        </pc:spChg>
      </pc:sldChg>
      <pc:sldChg chg="modSp">
        <pc:chgData name="X00220405 Illia Lysennyi" userId="S::x00220405@mytudublin.ie::669ed758-3929-4c31-981a-decee79f9127" providerId="AD" clId="Web-{2A802B59-2EF3-D27E-AC17-B5C813ED2C90}" dt="2026-03-04T21:08:26.330" v="34" actId="1076"/>
        <pc:sldMkLst>
          <pc:docMk/>
          <pc:sldMk cId="0" sldId="257"/>
        </pc:sldMkLst>
        <pc:spChg chg="mod">
          <ac:chgData name="X00220405 Illia Lysennyi" userId="S::x00220405@mytudublin.ie::669ed758-3929-4c31-981a-decee79f9127" providerId="AD" clId="Web-{2A802B59-2EF3-D27E-AC17-B5C813ED2C90}" dt="2026-03-04T21:08:26.330" v="34" actId="1076"/>
          <ac:spMkLst>
            <pc:docMk/>
            <pc:sldMk cId="0" sldId="257"/>
            <ac:spMk id="63" creationId="{00000000-0000-0000-0000-000000000000}"/>
          </ac:spMkLst>
        </pc:spChg>
      </pc:sldChg>
      <pc:sldChg chg="modSp del">
        <pc:chgData name="X00220405 Illia Lysennyi" userId="S::x00220405@mytudublin.ie::669ed758-3929-4c31-981a-decee79f9127" providerId="AD" clId="Web-{2A802B59-2EF3-D27E-AC17-B5C813ED2C90}" dt="2026-03-04T21:09:21.833" v="49"/>
        <pc:sldMkLst>
          <pc:docMk/>
          <pc:sldMk cId="0" sldId="258"/>
        </pc:sldMkLst>
        <pc:spChg chg="mod">
          <ac:chgData name="X00220405 Illia Lysennyi" userId="S::x00220405@mytudublin.ie::669ed758-3929-4c31-981a-decee79f9127" providerId="AD" clId="Web-{2A802B59-2EF3-D27E-AC17-B5C813ED2C90}" dt="2026-03-04T21:09:07.583" v="46" actId="1076"/>
          <ac:spMkLst>
            <pc:docMk/>
            <pc:sldMk cId="0" sldId="258"/>
            <ac:spMk id="66" creationId="{00000000-0000-0000-0000-000000000000}"/>
          </ac:spMkLst>
        </pc:spChg>
        <pc:picChg chg="mod modCrop">
          <ac:chgData name="X00220405 Illia Lysennyi" userId="S::x00220405@mytudublin.ie::669ed758-3929-4c31-981a-decee79f9127" providerId="AD" clId="Web-{2A802B59-2EF3-D27E-AC17-B5C813ED2C90}" dt="2026-03-04T21:09:18.380" v="48" actId="1076"/>
          <ac:picMkLst>
            <pc:docMk/>
            <pc:sldMk cId="0" sldId="258"/>
            <ac:picMk id="67" creationId="{00000000-0000-0000-0000-000000000000}"/>
          </ac:picMkLst>
        </pc:picChg>
      </pc:sldChg>
      <pc:sldChg chg="modSp">
        <pc:chgData name="X00220405 Illia Lysennyi" userId="S::x00220405@mytudublin.ie::669ed758-3929-4c31-981a-decee79f9127" providerId="AD" clId="Web-{2A802B59-2EF3-D27E-AC17-B5C813ED2C90}" dt="2026-03-04T21:10:51.431" v="79" actId="14100"/>
        <pc:sldMkLst>
          <pc:docMk/>
          <pc:sldMk cId="0" sldId="259"/>
        </pc:sldMkLst>
        <pc:spChg chg="mod">
          <ac:chgData name="X00220405 Illia Lysennyi" userId="S::x00220405@mytudublin.ie::669ed758-3929-4c31-981a-decee79f9127" providerId="AD" clId="Web-{2A802B59-2EF3-D27E-AC17-B5C813ED2C90}" dt="2026-03-04T21:10:51.431" v="79" actId="14100"/>
          <ac:spMkLst>
            <pc:docMk/>
            <pc:sldMk cId="0" sldId="259"/>
            <ac:spMk id="2" creationId="{D53E7BC1-709D-4264-598D-732BBB1A773B}"/>
          </ac:spMkLst>
        </pc:spChg>
        <pc:spChg chg="mod">
          <ac:chgData name="X00220405 Illia Lysennyi" userId="S::x00220405@mytudublin.ie::669ed758-3929-4c31-981a-decee79f9127" providerId="AD" clId="Web-{2A802B59-2EF3-D27E-AC17-B5C813ED2C90}" dt="2026-03-04T21:10:42.306" v="76" actId="14100"/>
          <ac:spMkLst>
            <pc:docMk/>
            <pc:sldMk cId="0" sldId="259"/>
            <ac:spMk id="68" creationId="{00000000-0000-0000-0000-000000000000}"/>
          </ac:spMkLst>
        </pc:spChg>
        <pc:picChg chg="mod">
          <ac:chgData name="X00220405 Illia Lysennyi" userId="S::x00220405@mytudublin.ie::669ed758-3929-4c31-981a-decee79f9127" providerId="AD" clId="Web-{2A802B59-2EF3-D27E-AC17-B5C813ED2C90}" dt="2026-03-04T21:08:40.847" v="38" actId="1076"/>
          <ac:picMkLst>
            <pc:docMk/>
            <pc:sldMk cId="0" sldId="259"/>
            <ac:picMk id="70" creationId="{00000000-0000-0000-0000-000000000000}"/>
          </ac:picMkLst>
        </pc:picChg>
      </pc:sldChg>
      <pc:sldChg chg="addSp delSp modSp mod modClrScheme chgLayout">
        <pc:chgData name="X00220405 Illia Lysennyi" userId="S::x00220405@mytudublin.ie::669ed758-3929-4c31-981a-decee79f9127" providerId="AD" clId="Web-{2A802B59-2EF3-D27E-AC17-B5C813ED2C90}" dt="2026-03-04T21:29:16.625" v="231" actId="20577"/>
        <pc:sldMkLst>
          <pc:docMk/>
          <pc:sldMk cId="0" sldId="260"/>
        </pc:sldMkLst>
        <pc:spChg chg="del">
          <ac:chgData name="X00220405 Illia Lysennyi" userId="S::x00220405@mytudublin.ie::669ed758-3929-4c31-981a-decee79f9127" providerId="AD" clId="Web-{2A802B59-2EF3-D27E-AC17-B5C813ED2C90}" dt="2026-03-04T21:12:22.964" v="84"/>
          <ac:spMkLst>
            <pc:docMk/>
            <pc:sldMk cId="0" sldId="260"/>
            <ac:spMk id="2" creationId="{E1EBEDC9-4230-B0C7-BA30-E3FB9C1BC5C4}"/>
          </ac:spMkLst>
        </pc:spChg>
        <pc:spChg chg="add del mod">
          <ac:chgData name="X00220405 Illia Lysennyi" userId="S::x00220405@mytudublin.ie::669ed758-3929-4c31-981a-decee79f9127" providerId="AD" clId="Web-{2A802B59-2EF3-D27E-AC17-B5C813ED2C90}" dt="2026-03-04T21:29:03.281" v="230"/>
          <ac:spMkLst>
            <pc:docMk/>
            <pc:sldMk cId="0" sldId="260"/>
            <ac:spMk id="3" creationId="{29B1D01F-1B04-84B0-9642-F78D63502D07}"/>
          </ac:spMkLst>
        </pc:spChg>
        <pc:spChg chg="mod">
          <ac:chgData name="X00220405 Illia Lysennyi" userId="S::x00220405@mytudublin.ie::669ed758-3929-4c31-981a-decee79f9127" providerId="AD" clId="Web-{2A802B59-2EF3-D27E-AC17-B5C813ED2C90}" dt="2026-03-04T21:29:16.625" v="231" actId="20577"/>
          <ac:spMkLst>
            <pc:docMk/>
            <pc:sldMk cId="0" sldId="260"/>
            <ac:spMk id="71" creationId="{00000000-0000-0000-0000-000000000000}"/>
          </ac:spMkLst>
        </pc:spChg>
        <pc:spChg chg="del mod">
          <ac:chgData name="X00220405 Illia Lysennyi" userId="S::x00220405@mytudublin.ie::669ed758-3929-4c31-981a-decee79f9127" providerId="AD" clId="Web-{2A802B59-2EF3-D27E-AC17-B5C813ED2C90}" dt="2026-03-04T21:12:36.746" v="88"/>
          <ac:spMkLst>
            <pc:docMk/>
            <pc:sldMk cId="0" sldId="260"/>
            <ac:spMk id="72" creationId="{00000000-0000-0000-0000-000000000000}"/>
          </ac:spMkLst>
        </pc:spChg>
        <pc:graphicFrameChg chg="add del modGraphic">
          <ac:chgData name="X00220405 Illia Lysennyi" userId="S::x00220405@mytudublin.ie::669ed758-3929-4c31-981a-decee79f9127" providerId="AD" clId="Web-{2A802B59-2EF3-D27E-AC17-B5C813ED2C90}" dt="2026-03-04T21:28:50.500" v="227"/>
          <ac:graphicFrameMkLst>
            <pc:docMk/>
            <pc:sldMk cId="0" sldId="260"/>
            <ac:graphicFrameMk id="73" creationId="{2A4776E4-17D8-2177-6042-71EC73041EF3}"/>
          </ac:graphicFrameMkLst>
        </pc:graphicFrameChg>
        <pc:graphicFrameChg chg="add del">
          <ac:chgData name="X00220405 Illia Lysennyi" userId="S::x00220405@mytudublin.ie::669ed758-3929-4c31-981a-decee79f9127" providerId="AD" clId="Web-{2A802B59-2EF3-D27E-AC17-B5C813ED2C90}" dt="2026-03-04T21:29:03.250" v="229"/>
          <ac:graphicFrameMkLst>
            <pc:docMk/>
            <pc:sldMk cId="0" sldId="260"/>
            <ac:graphicFrameMk id="74" creationId="{40FEB45B-392F-AF77-FF86-E627A07A49CC}"/>
          </ac:graphicFrameMkLst>
        </pc:graphicFrameChg>
        <pc:graphicFrameChg chg="add">
          <ac:chgData name="X00220405 Illia Lysennyi" userId="S::x00220405@mytudublin.ie::669ed758-3929-4c31-981a-decee79f9127" providerId="AD" clId="Web-{2A802B59-2EF3-D27E-AC17-B5C813ED2C90}" dt="2026-03-04T21:29:03.281" v="230"/>
          <ac:graphicFrameMkLst>
            <pc:docMk/>
            <pc:sldMk cId="0" sldId="260"/>
            <ac:graphicFrameMk id="76" creationId="{9E8A2A5B-9F10-2CC3-FA28-39A0A224E1E4}"/>
          </ac:graphicFrameMkLst>
        </pc:graphicFrameChg>
      </pc:sldChg>
      <pc:sldChg chg="modSp">
        <pc:chgData name="X00220405 Illia Lysennyi" userId="S::x00220405@mytudublin.ie::669ed758-3929-4c31-981a-decee79f9127" providerId="AD" clId="Web-{2A802B59-2EF3-D27E-AC17-B5C813ED2C90}" dt="2026-03-04T21:29:34.250" v="233" actId="1076"/>
        <pc:sldMkLst>
          <pc:docMk/>
          <pc:sldMk cId="0" sldId="261"/>
        </pc:sldMkLst>
        <pc:spChg chg="mod">
          <ac:chgData name="X00220405 Illia Lysennyi" userId="S::x00220405@mytudublin.ie::669ed758-3929-4c31-981a-decee79f9127" providerId="AD" clId="Web-{2A802B59-2EF3-D27E-AC17-B5C813ED2C90}" dt="2026-03-04T21:17:00.366" v="125" actId="14100"/>
          <ac:spMkLst>
            <pc:docMk/>
            <pc:sldMk cId="0" sldId="261"/>
            <ac:spMk id="74" creationId="{00000000-0000-0000-0000-000000000000}"/>
          </ac:spMkLst>
        </pc:spChg>
        <pc:spChg chg="mod">
          <ac:chgData name="X00220405 Illia Lysennyi" userId="S::x00220405@mytudublin.ie::669ed758-3929-4c31-981a-decee79f9127" providerId="AD" clId="Web-{2A802B59-2EF3-D27E-AC17-B5C813ED2C90}" dt="2026-03-04T21:29:34.250" v="233" actId="1076"/>
          <ac:spMkLst>
            <pc:docMk/>
            <pc:sldMk cId="0" sldId="261"/>
            <ac:spMk id="77" creationId="{00000000-0000-0000-0000-000000000000}"/>
          </ac:spMkLst>
        </pc:spChg>
      </pc:sldChg>
      <pc:sldChg chg="modSp">
        <pc:chgData name="X00220405 Illia Lysennyi" userId="S::x00220405@mytudublin.ie::669ed758-3929-4c31-981a-decee79f9127" providerId="AD" clId="Web-{2A802B59-2EF3-D27E-AC17-B5C813ED2C90}" dt="2026-03-04T21:18:14.150" v="136" actId="1076"/>
        <pc:sldMkLst>
          <pc:docMk/>
          <pc:sldMk cId="0" sldId="262"/>
        </pc:sldMkLst>
        <pc:spChg chg="mod">
          <ac:chgData name="X00220405 Illia Lysennyi" userId="S::x00220405@mytudublin.ie::669ed758-3929-4c31-981a-decee79f9127" providerId="AD" clId="Web-{2A802B59-2EF3-D27E-AC17-B5C813ED2C90}" dt="2026-03-04T21:18:14.150" v="136" actId="1076"/>
          <ac:spMkLst>
            <pc:docMk/>
            <pc:sldMk cId="0" sldId="262"/>
            <ac:spMk id="79" creationId="{00000000-0000-0000-0000-000000000000}"/>
          </ac:spMkLst>
        </pc:spChg>
        <pc:picChg chg="mod">
          <ac:chgData name="X00220405 Illia Lysennyi" userId="S::x00220405@mytudublin.ie::669ed758-3929-4c31-981a-decee79f9127" providerId="AD" clId="Web-{2A802B59-2EF3-D27E-AC17-B5C813ED2C90}" dt="2026-03-04T21:18:03.041" v="134" actId="1076"/>
          <ac:picMkLst>
            <pc:docMk/>
            <pc:sldMk cId="0" sldId="262"/>
            <ac:picMk id="80" creationId="{00000000-0000-0000-0000-000000000000}"/>
          </ac:picMkLst>
        </pc:picChg>
      </pc:sldChg>
      <pc:sldChg chg="modSp">
        <pc:chgData name="X00220405 Illia Lysennyi" userId="S::x00220405@mytudublin.ie::669ed758-3929-4c31-981a-decee79f9127" providerId="AD" clId="Web-{2A802B59-2EF3-D27E-AC17-B5C813ED2C90}" dt="2026-03-04T21:25:39.291" v="208" actId="1076"/>
        <pc:sldMkLst>
          <pc:docMk/>
          <pc:sldMk cId="0" sldId="263"/>
        </pc:sldMkLst>
        <pc:spChg chg="mod">
          <ac:chgData name="X00220405 Illia Lysennyi" userId="S::x00220405@mytudublin.ie::669ed758-3929-4c31-981a-decee79f9127" providerId="AD" clId="Web-{2A802B59-2EF3-D27E-AC17-B5C813ED2C90}" dt="2026-03-04T21:25:28.259" v="206" actId="1076"/>
          <ac:spMkLst>
            <pc:docMk/>
            <pc:sldMk cId="0" sldId="263"/>
            <ac:spMk id="2" creationId="{30BD8CA8-CF70-845A-AF5A-E8E832765F12}"/>
          </ac:spMkLst>
        </pc:spChg>
        <pc:spChg chg="mod">
          <ac:chgData name="X00220405 Illia Lysennyi" userId="S::x00220405@mytudublin.ie::669ed758-3929-4c31-981a-decee79f9127" providerId="AD" clId="Web-{2A802B59-2EF3-D27E-AC17-B5C813ED2C90}" dt="2026-03-04T21:25:39.291" v="208" actId="1076"/>
          <ac:spMkLst>
            <pc:docMk/>
            <pc:sldMk cId="0" sldId="263"/>
            <ac:spMk id="81" creationId="{00000000-0000-0000-0000-000000000000}"/>
          </ac:spMkLst>
        </pc:spChg>
        <pc:picChg chg="mod">
          <ac:chgData name="X00220405 Illia Lysennyi" userId="S::x00220405@mytudublin.ie::669ed758-3929-4c31-981a-decee79f9127" providerId="AD" clId="Web-{2A802B59-2EF3-D27E-AC17-B5C813ED2C90}" dt="2026-03-04T21:23:45.145" v="174" actId="1076"/>
          <ac:picMkLst>
            <pc:docMk/>
            <pc:sldMk cId="0" sldId="263"/>
            <ac:picMk id="83" creationId="{00000000-0000-0000-0000-000000000000}"/>
          </ac:picMkLst>
        </pc:picChg>
      </pc:sldChg>
      <pc:sldChg chg="addSp modSp addAnim">
        <pc:chgData name="X00220405 Illia Lysennyi" userId="S::x00220405@mytudublin.ie::669ed758-3929-4c31-981a-decee79f9127" providerId="AD" clId="Web-{2A802B59-2EF3-D27E-AC17-B5C813ED2C90}" dt="2026-03-04T21:26:49.590" v="220" actId="14100"/>
        <pc:sldMkLst>
          <pc:docMk/>
          <pc:sldMk cId="0" sldId="264"/>
        </pc:sldMkLst>
        <pc:spChg chg="add mod">
          <ac:chgData name="X00220405 Illia Lysennyi" userId="S::x00220405@mytudublin.ie::669ed758-3929-4c31-981a-decee79f9127" providerId="AD" clId="Web-{2A802B59-2EF3-D27E-AC17-B5C813ED2C90}" dt="2026-03-04T21:26:37.183" v="216" actId="14100"/>
          <ac:spMkLst>
            <pc:docMk/>
            <pc:sldMk cId="0" sldId="264"/>
            <ac:spMk id="5" creationId="{ADA59AB3-441F-EB7B-D260-E531C6C7BAE5}"/>
          </ac:spMkLst>
        </pc:spChg>
        <pc:spChg chg="add mod">
          <ac:chgData name="X00220405 Illia Lysennyi" userId="S::x00220405@mytudublin.ie::669ed758-3929-4c31-981a-decee79f9127" providerId="AD" clId="Web-{2A802B59-2EF3-D27E-AC17-B5C813ED2C90}" dt="2026-03-04T21:26:49.590" v="220" actId="14100"/>
          <ac:spMkLst>
            <pc:docMk/>
            <pc:sldMk cId="0" sldId="264"/>
            <ac:spMk id="6" creationId="{3AF701D7-01D8-A182-23DD-BBE823429FC2}"/>
          </ac:spMkLst>
        </pc:spChg>
        <pc:spChg chg="mod">
          <ac:chgData name="X00220405 Illia Lysennyi" userId="S::x00220405@mytudublin.ie::669ed758-3929-4c31-981a-decee79f9127" providerId="AD" clId="Web-{2A802B59-2EF3-D27E-AC17-B5C813ED2C90}" dt="2026-03-04T21:26:12.323" v="209" actId="1076"/>
          <ac:spMkLst>
            <pc:docMk/>
            <pc:sldMk cId="0" sldId="264"/>
            <ac:spMk id="84" creationId="{00000000-0000-0000-0000-000000000000}"/>
          </ac:spMkLst>
        </pc:spChg>
        <pc:picChg chg="add mod">
          <ac:chgData name="X00220405 Illia Lysennyi" userId="S::x00220405@mytudublin.ie::669ed758-3929-4c31-981a-decee79f9127" providerId="AD" clId="Web-{2A802B59-2EF3-D27E-AC17-B5C813ED2C90}" dt="2026-03-04T20:33:31.329" v="10" actId="1076"/>
          <ac:picMkLst>
            <pc:docMk/>
            <pc:sldMk cId="0" sldId="264"/>
            <ac:picMk id="2" creationId="{7907F891-3E00-7DA0-C2F8-82BB1DAD6ECB}"/>
          </ac:picMkLst>
        </pc:picChg>
        <pc:picChg chg="add mod">
          <ac:chgData name="X00220405 Illia Lysennyi" userId="S::x00220405@mytudublin.ie::669ed758-3929-4c31-981a-decee79f9127" providerId="AD" clId="Web-{2A802B59-2EF3-D27E-AC17-B5C813ED2C90}" dt="2026-03-04T20:34:13.971" v="17" actId="14100"/>
          <ac:picMkLst>
            <pc:docMk/>
            <pc:sldMk cId="0" sldId="264"/>
            <ac:picMk id="3" creationId="{D4BAFD8C-118D-7AAA-671F-2FF6A0D596A0}"/>
          </ac:picMkLst>
        </pc:picChg>
      </pc:sldChg>
      <pc:sldChg chg="del">
        <pc:chgData name="X00220405 Illia Lysennyi" userId="S::x00220405@mytudublin.ie::669ed758-3929-4c31-981a-decee79f9127" providerId="AD" clId="Web-{2A802B59-2EF3-D27E-AC17-B5C813ED2C90}" dt="2026-03-04T21:27:01.139" v="221"/>
        <pc:sldMkLst>
          <pc:docMk/>
          <pc:sldMk cId="0" sldId="266"/>
        </pc:sldMkLst>
      </pc:sldChg>
      <pc:sldChg chg="new del">
        <pc:chgData name="X00220405 Illia Lysennyi" userId="S::x00220405@mytudublin.ie::669ed758-3929-4c31-981a-decee79f9127" providerId="AD" clId="Web-{2A802B59-2EF3-D27E-AC17-B5C813ED2C90}" dt="2026-03-04T20:35:12.645" v="21"/>
        <pc:sldMkLst>
          <pc:docMk/>
          <pc:sldMk cId="2775648744" sldId="269"/>
        </pc:sldMkLst>
      </pc:sldChg>
      <pc:sldChg chg="del">
        <pc:chgData name="X00220405 Illia Lysennyi" userId="S::x00220405@mytudublin.ie::669ed758-3929-4c31-981a-decee79f9127" providerId="AD" clId="Web-{2A802B59-2EF3-D27E-AC17-B5C813ED2C90}" dt="2026-03-04T20:36:02.599" v="23"/>
        <pc:sldMkLst>
          <pc:docMk/>
          <pc:sldMk cId="3542120872" sldId="269"/>
        </pc:sldMkLst>
      </pc:sldChg>
      <pc:sldChg chg="addSp delSp modSp mod modClrScheme chgLayout">
        <pc:chgData name="X00220405 Illia Lysennyi" userId="S::x00220405@mytudublin.ie::669ed758-3929-4c31-981a-decee79f9127" providerId="AD" clId="Web-{2A802B59-2EF3-D27E-AC17-B5C813ED2C90}" dt="2026-03-04T21:22:09.781" v="153" actId="20577"/>
        <pc:sldMkLst>
          <pc:docMk/>
          <pc:sldMk cId="3570481747" sldId="269"/>
        </pc:sldMkLst>
        <pc:spChg chg="mod">
          <ac:chgData name="X00220405 Illia Lysennyi" userId="S::x00220405@mytudublin.ie::669ed758-3929-4c31-981a-decee79f9127" providerId="AD" clId="Web-{2A802B59-2EF3-D27E-AC17-B5C813ED2C90}" dt="2026-03-04T21:22:09.781" v="153" actId="20577"/>
          <ac:spMkLst>
            <pc:docMk/>
            <pc:sldMk cId="3570481747" sldId="269"/>
            <ac:spMk id="2" creationId="{5EE78DA1-310D-798B-81E3-92B93C407751}"/>
          </ac:spMkLst>
        </pc:spChg>
        <pc:spChg chg="add del mod">
          <ac:chgData name="X00220405 Illia Lysennyi" userId="S::x00220405@mytudublin.ie::669ed758-3929-4c31-981a-decee79f9127" providerId="AD" clId="Web-{2A802B59-2EF3-D27E-AC17-B5C813ED2C90}" dt="2026-03-04T21:21:34.718" v="147"/>
          <ac:spMkLst>
            <pc:docMk/>
            <pc:sldMk cId="3570481747" sldId="269"/>
            <ac:spMk id="3" creationId="{B8A4C5C5-F6F6-D134-AA4F-3F039577F4D7}"/>
          </ac:spMkLst>
        </pc:spChg>
        <pc:graphicFrameChg chg="add del modGraphic">
          <ac:chgData name="X00220405 Illia Lysennyi" userId="S::x00220405@mytudublin.ie::669ed758-3929-4c31-981a-decee79f9127" providerId="AD" clId="Web-{2A802B59-2EF3-D27E-AC17-B5C813ED2C90}" dt="2026-03-04T21:21:27.390" v="146"/>
          <ac:graphicFrameMkLst>
            <pc:docMk/>
            <pc:sldMk cId="3570481747" sldId="269"/>
            <ac:graphicFrameMk id="5" creationId="{1EB59B32-C22C-0448-9632-5EDB88EBDF68}"/>
          </ac:graphicFrameMkLst>
        </pc:graphicFrameChg>
        <pc:graphicFrameChg chg="add">
          <ac:chgData name="X00220405 Illia Lysennyi" userId="S::x00220405@mytudublin.ie::669ed758-3929-4c31-981a-decee79f9127" providerId="AD" clId="Web-{2A802B59-2EF3-D27E-AC17-B5C813ED2C90}" dt="2026-03-04T21:21:34.718" v="147"/>
          <ac:graphicFrameMkLst>
            <pc:docMk/>
            <pc:sldMk cId="3570481747" sldId="269"/>
            <ac:graphicFrameMk id="6" creationId="{03B6EBFB-43A7-8C72-BD9C-1FDFEE545354}"/>
          </ac:graphicFrameMkLst>
        </pc:graphicFrameChg>
        <pc:graphicFrameChg chg="add del mod modGraphic">
          <ac:chgData name="X00220405 Illia Lysennyi" userId="S::x00220405@mytudublin.ie::669ed758-3929-4c31-981a-decee79f9127" providerId="AD" clId="Web-{2A802B59-2EF3-D27E-AC17-B5C813ED2C90}" dt="2026-03-04T21:21:23.890" v="145"/>
          <ac:graphicFrameMkLst>
            <pc:docMk/>
            <pc:sldMk cId="3570481747" sldId="269"/>
            <ac:graphicFrameMk id="53" creationId="{67BD2F8E-902E-A5EC-0AC8-9B981CA49158}"/>
          </ac:graphicFrameMkLst>
        </pc:graphicFrameChg>
      </pc:sldChg>
      <pc:sldChg chg="addSp delSp modSp mod modClrScheme chgLayout">
        <pc:chgData name="X00220405 Illia Lysennyi" userId="S::x00220405@mytudublin.ie::669ed758-3929-4c31-981a-decee79f9127" providerId="AD" clId="Web-{2A802B59-2EF3-D27E-AC17-B5C813ED2C90}" dt="2026-03-04T21:23:27.535" v="169" actId="1076"/>
        <pc:sldMkLst>
          <pc:docMk/>
          <pc:sldMk cId="2227792496" sldId="270"/>
        </pc:sldMkLst>
        <pc:spChg chg="mod">
          <ac:chgData name="X00220405 Illia Lysennyi" userId="S::x00220405@mytudublin.ie::669ed758-3929-4c31-981a-decee79f9127" providerId="AD" clId="Web-{2A802B59-2EF3-D27E-AC17-B5C813ED2C90}" dt="2026-03-04T21:23:08.299" v="162"/>
          <ac:spMkLst>
            <pc:docMk/>
            <pc:sldMk cId="2227792496" sldId="270"/>
            <ac:spMk id="2" creationId="{D810658E-7811-5040-2533-9B9DFD3BBAAD}"/>
          </ac:spMkLst>
        </pc:spChg>
        <pc:spChg chg="add del mod">
          <ac:chgData name="X00220405 Illia Lysennyi" userId="S::x00220405@mytudublin.ie::669ed758-3929-4c31-981a-decee79f9127" providerId="AD" clId="Web-{2A802B59-2EF3-D27E-AC17-B5C813ED2C90}" dt="2026-03-04T21:23:27.535" v="169" actId="1076"/>
          <ac:spMkLst>
            <pc:docMk/>
            <pc:sldMk cId="2227792496" sldId="270"/>
            <ac:spMk id="3" creationId="{7E7E2B7A-53A4-1CAC-2ADF-8B3B72F15A74}"/>
          </ac:spMkLst>
        </pc:spChg>
        <pc:graphicFrameChg chg="add del">
          <ac:chgData name="X00220405 Illia Lysennyi" userId="S::x00220405@mytudublin.ie::669ed758-3929-4c31-981a-decee79f9127" providerId="AD" clId="Web-{2A802B59-2EF3-D27E-AC17-B5C813ED2C90}" dt="2026-03-04T21:23:08.299" v="162"/>
          <ac:graphicFrameMkLst>
            <pc:docMk/>
            <pc:sldMk cId="2227792496" sldId="270"/>
            <ac:graphicFrameMk id="5" creationId="{AF38ACBC-92F2-A4CA-05E5-00543F270E66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FCC056B-AD7D-483B-B940-B2391B31FBF1}" type="doc">
      <dgm:prSet loTypeId="urn:microsoft.com/office/officeart/2005/8/layout/process4" loCatId="process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764BD3B-5E58-497E-A019-5776C5DA4B24}">
      <dgm:prSet/>
      <dgm:spPr/>
      <dgm:t>
        <a:bodyPr/>
        <a:lstStyle/>
        <a:p>
          <a:r>
            <a:rPr lang="en-US"/>
            <a:t>We chose the features that we believed to be most relevant to our users.</a:t>
          </a:r>
        </a:p>
      </dgm:t>
    </dgm:pt>
    <dgm:pt modelId="{FBCEECAE-08F8-4F7A-BD5F-969BCFAC8B92}" type="parTrans" cxnId="{4E9F6CF2-0D23-408A-8BE5-FEEE866A090E}">
      <dgm:prSet/>
      <dgm:spPr/>
      <dgm:t>
        <a:bodyPr/>
        <a:lstStyle/>
        <a:p>
          <a:endParaRPr lang="en-US"/>
        </a:p>
      </dgm:t>
    </dgm:pt>
    <dgm:pt modelId="{D3D7B9F4-F7B7-4209-8D77-73C77A235001}" type="sibTrans" cxnId="{4E9F6CF2-0D23-408A-8BE5-FEEE866A090E}">
      <dgm:prSet/>
      <dgm:spPr/>
      <dgm:t>
        <a:bodyPr/>
        <a:lstStyle/>
        <a:p>
          <a:endParaRPr lang="en-US"/>
        </a:p>
      </dgm:t>
    </dgm:pt>
    <dgm:pt modelId="{501082F0-382C-4007-82DA-EC1915E072DF}">
      <dgm:prSet/>
      <dgm:spPr/>
      <dgm:t>
        <a:bodyPr/>
        <a:lstStyle/>
        <a:p>
          <a:r>
            <a:rPr lang="en-US"/>
            <a:t>We thought that since this will be a service that provides a preliminary prediction on the odds of you having heart disease that having features that ordinary people would be aware of like age would make the service more useful.</a:t>
          </a:r>
        </a:p>
      </dgm:t>
    </dgm:pt>
    <dgm:pt modelId="{6D87D0FC-B932-4BE5-8BD7-852097014BD1}" type="parTrans" cxnId="{0F59027A-7F88-4143-9607-69A797229A57}">
      <dgm:prSet/>
      <dgm:spPr/>
      <dgm:t>
        <a:bodyPr/>
        <a:lstStyle/>
        <a:p>
          <a:endParaRPr lang="en-US"/>
        </a:p>
      </dgm:t>
    </dgm:pt>
    <dgm:pt modelId="{890112D7-48C1-46FF-AF82-25977662FBC8}" type="sibTrans" cxnId="{0F59027A-7F88-4143-9607-69A797229A57}">
      <dgm:prSet/>
      <dgm:spPr/>
      <dgm:t>
        <a:bodyPr/>
        <a:lstStyle/>
        <a:p>
          <a:endParaRPr lang="en-US"/>
        </a:p>
      </dgm:t>
    </dgm:pt>
    <dgm:pt modelId="{2FEB0B06-4D71-471A-92CF-B97564622DCD}">
      <dgm:prSet/>
      <dgm:spPr/>
      <dgm:t>
        <a:bodyPr/>
        <a:lstStyle/>
        <a:p>
          <a:r>
            <a:rPr lang="en-US"/>
            <a:t>Focusing on features that are high impact and knowable was our goal.</a:t>
          </a:r>
        </a:p>
      </dgm:t>
    </dgm:pt>
    <dgm:pt modelId="{791859D6-E644-4692-B5F8-8317804A0528}" type="parTrans" cxnId="{DFB07EAA-8231-4A7E-A2DF-31830AF7171F}">
      <dgm:prSet/>
      <dgm:spPr/>
      <dgm:t>
        <a:bodyPr/>
        <a:lstStyle/>
        <a:p>
          <a:endParaRPr lang="en-US"/>
        </a:p>
      </dgm:t>
    </dgm:pt>
    <dgm:pt modelId="{D50D0023-CCBB-47FC-973B-EC25B018566A}" type="sibTrans" cxnId="{DFB07EAA-8231-4A7E-A2DF-31830AF7171F}">
      <dgm:prSet/>
      <dgm:spPr/>
      <dgm:t>
        <a:bodyPr/>
        <a:lstStyle/>
        <a:p>
          <a:endParaRPr lang="en-US"/>
        </a:p>
      </dgm:t>
    </dgm:pt>
    <dgm:pt modelId="{A841FD5F-2211-4F43-B384-D1EB244517E8}" type="pres">
      <dgm:prSet presAssocID="{5FCC056B-AD7D-483B-B940-B2391B31FBF1}" presName="Name0" presStyleCnt="0">
        <dgm:presLayoutVars>
          <dgm:dir/>
          <dgm:animLvl val="lvl"/>
          <dgm:resizeHandles val="exact"/>
        </dgm:presLayoutVars>
      </dgm:prSet>
      <dgm:spPr/>
    </dgm:pt>
    <dgm:pt modelId="{83B8EF26-8095-49E2-B837-BD047009DE13}" type="pres">
      <dgm:prSet presAssocID="{2FEB0B06-4D71-471A-92CF-B97564622DCD}" presName="boxAndChildren" presStyleCnt="0"/>
      <dgm:spPr/>
    </dgm:pt>
    <dgm:pt modelId="{89BCAE35-CF7E-4221-8E91-895B024704DD}" type="pres">
      <dgm:prSet presAssocID="{2FEB0B06-4D71-471A-92CF-B97564622DCD}" presName="parentTextBox" presStyleLbl="node1" presStyleIdx="0" presStyleCnt="3"/>
      <dgm:spPr/>
    </dgm:pt>
    <dgm:pt modelId="{C7F1C578-DD91-4129-A06C-7880665DCFBA}" type="pres">
      <dgm:prSet presAssocID="{890112D7-48C1-46FF-AF82-25977662FBC8}" presName="sp" presStyleCnt="0"/>
      <dgm:spPr/>
    </dgm:pt>
    <dgm:pt modelId="{094CE7B6-1F5C-4C1A-B448-323B59ED3835}" type="pres">
      <dgm:prSet presAssocID="{501082F0-382C-4007-82DA-EC1915E072DF}" presName="arrowAndChildren" presStyleCnt="0"/>
      <dgm:spPr/>
    </dgm:pt>
    <dgm:pt modelId="{AAC9073D-6DDE-47B8-8D6B-F8CD329322D6}" type="pres">
      <dgm:prSet presAssocID="{501082F0-382C-4007-82DA-EC1915E072DF}" presName="parentTextArrow" presStyleLbl="node1" presStyleIdx="1" presStyleCnt="3"/>
      <dgm:spPr/>
    </dgm:pt>
    <dgm:pt modelId="{D693B8D8-9FD4-4851-BE07-60680C3003E0}" type="pres">
      <dgm:prSet presAssocID="{D3D7B9F4-F7B7-4209-8D77-73C77A235001}" presName="sp" presStyleCnt="0"/>
      <dgm:spPr/>
    </dgm:pt>
    <dgm:pt modelId="{F122239C-28AE-463B-AD29-D38F1B7FA9DA}" type="pres">
      <dgm:prSet presAssocID="{4764BD3B-5E58-497E-A019-5776C5DA4B24}" presName="arrowAndChildren" presStyleCnt="0"/>
      <dgm:spPr/>
    </dgm:pt>
    <dgm:pt modelId="{809DFB63-2363-4799-A288-E6838E4E6C95}" type="pres">
      <dgm:prSet presAssocID="{4764BD3B-5E58-497E-A019-5776C5DA4B24}" presName="parentTextArrow" presStyleLbl="node1" presStyleIdx="2" presStyleCnt="3"/>
      <dgm:spPr/>
    </dgm:pt>
  </dgm:ptLst>
  <dgm:cxnLst>
    <dgm:cxn modelId="{638DC219-9F0A-4BB5-AAEF-8D5E055CECB8}" type="presOf" srcId="{2FEB0B06-4D71-471A-92CF-B97564622DCD}" destId="{89BCAE35-CF7E-4221-8E91-895B024704DD}" srcOrd="0" destOrd="0" presId="urn:microsoft.com/office/officeart/2005/8/layout/process4"/>
    <dgm:cxn modelId="{67004B34-0E8D-4F19-88E1-F8480CF0258F}" type="presOf" srcId="{501082F0-382C-4007-82DA-EC1915E072DF}" destId="{AAC9073D-6DDE-47B8-8D6B-F8CD329322D6}" srcOrd="0" destOrd="0" presId="urn:microsoft.com/office/officeart/2005/8/layout/process4"/>
    <dgm:cxn modelId="{0F59027A-7F88-4143-9607-69A797229A57}" srcId="{5FCC056B-AD7D-483B-B940-B2391B31FBF1}" destId="{501082F0-382C-4007-82DA-EC1915E072DF}" srcOrd="1" destOrd="0" parTransId="{6D87D0FC-B932-4BE5-8BD7-852097014BD1}" sibTransId="{890112D7-48C1-46FF-AF82-25977662FBC8}"/>
    <dgm:cxn modelId="{85D45D8C-EC06-4666-9D72-37115982672D}" type="presOf" srcId="{4764BD3B-5E58-497E-A019-5776C5DA4B24}" destId="{809DFB63-2363-4799-A288-E6838E4E6C95}" srcOrd="0" destOrd="0" presId="urn:microsoft.com/office/officeart/2005/8/layout/process4"/>
    <dgm:cxn modelId="{DFB07EAA-8231-4A7E-A2DF-31830AF7171F}" srcId="{5FCC056B-AD7D-483B-B940-B2391B31FBF1}" destId="{2FEB0B06-4D71-471A-92CF-B97564622DCD}" srcOrd="2" destOrd="0" parTransId="{791859D6-E644-4692-B5F8-8317804A0528}" sibTransId="{D50D0023-CCBB-47FC-973B-EC25B018566A}"/>
    <dgm:cxn modelId="{CE1F5FB9-DBF5-4556-8385-6516C84603EA}" type="presOf" srcId="{5FCC056B-AD7D-483B-B940-B2391B31FBF1}" destId="{A841FD5F-2211-4F43-B384-D1EB244517E8}" srcOrd="0" destOrd="0" presId="urn:microsoft.com/office/officeart/2005/8/layout/process4"/>
    <dgm:cxn modelId="{4E9F6CF2-0D23-408A-8BE5-FEEE866A090E}" srcId="{5FCC056B-AD7D-483B-B940-B2391B31FBF1}" destId="{4764BD3B-5E58-497E-A019-5776C5DA4B24}" srcOrd="0" destOrd="0" parTransId="{FBCEECAE-08F8-4F7A-BD5F-969BCFAC8B92}" sibTransId="{D3D7B9F4-F7B7-4209-8D77-73C77A235001}"/>
    <dgm:cxn modelId="{438BE9D6-BA15-45BC-9A79-E8F367B0F56E}" type="presParOf" srcId="{A841FD5F-2211-4F43-B384-D1EB244517E8}" destId="{83B8EF26-8095-49E2-B837-BD047009DE13}" srcOrd="0" destOrd="0" presId="urn:microsoft.com/office/officeart/2005/8/layout/process4"/>
    <dgm:cxn modelId="{3B5F598C-EC7E-415E-9FD2-8FD00471BDCF}" type="presParOf" srcId="{83B8EF26-8095-49E2-B837-BD047009DE13}" destId="{89BCAE35-CF7E-4221-8E91-895B024704DD}" srcOrd="0" destOrd="0" presId="urn:microsoft.com/office/officeart/2005/8/layout/process4"/>
    <dgm:cxn modelId="{782C8C2E-B05F-4DEF-97D3-86A13F0C86BC}" type="presParOf" srcId="{A841FD5F-2211-4F43-B384-D1EB244517E8}" destId="{C7F1C578-DD91-4129-A06C-7880665DCFBA}" srcOrd="1" destOrd="0" presId="urn:microsoft.com/office/officeart/2005/8/layout/process4"/>
    <dgm:cxn modelId="{07CD1E4B-1C4D-46C7-A942-A5EC00BF5A15}" type="presParOf" srcId="{A841FD5F-2211-4F43-B384-D1EB244517E8}" destId="{094CE7B6-1F5C-4C1A-B448-323B59ED3835}" srcOrd="2" destOrd="0" presId="urn:microsoft.com/office/officeart/2005/8/layout/process4"/>
    <dgm:cxn modelId="{8A525B07-A888-4292-9C70-C2A207796ADB}" type="presParOf" srcId="{094CE7B6-1F5C-4C1A-B448-323B59ED3835}" destId="{AAC9073D-6DDE-47B8-8D6B-F8CD329322D6}" srcOrd="0" destOrd="0" presId="urn:microsoft.com/office/officeart/2005/8/layout/process4"/>
    <dgm:cxn modelId="{B83EE441-EDEC-441C-91F1-C70F25FA5B09}" type="presParOf" srcId="{A841FD5F-2211-4F43-B384-D1EB244517E8}" destId="{D693B8D8-9FD4-4851-BE07-60680C3003E0}" srcOrd="3" destOrd="0" presId="urn:microsoft.com/office/officeart/2005/8/layout/process4"/>
    <dgm:cxn modelId="{4AB77BD3-CF41-4E5C-B849-0B00B227F78F}" type="presParOf" srcId="{A841FD5F-2211-4F43-B384-D1EB244517E8}" destId="{F122239C-28AE-463B-AD29-D38F1B7FA9DA}" srcOrd="4" destOrd="0" presId="urn:microsoft.com/office/officeart/2005/8/layout/process4"/>
    <dgm:cxn modelId="{246E3BBD-B07F-4D4C-8891-4F176A1103CB}" type="presParOf" srcId="{F122239C-28AE-463B-AD29-D38F1B7FA9DA}" destId="{809DFB63-2363-4799-A288-E6838E4E6C95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191EC85-2549-4928-A993-20F55CAB966D}" type="doc">
      <dgm:prSet loTypeId="urn:microsoft.com/office/officeart/2005/8/layout/vProcess5" loCatId="process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BFF6474-1B2B-45A1-BEC4-2544C1ED3F03}">
      <dgm:prSet/>
      <dgm:spPr/>
      <dgm:t>
        <a:bodyPr/>
        <a:lstStyle/>
        <a:p>
          <a:r>
            <a:rPr lang="en-US"/>
            <a:t>We believed that cholesterol was a particularly important feature to have for our model to be accurate.</a:t>
          </a:r>
        </a:p>
      </dgm:t>
    </dgm:pt>
    <dgm:pt modelId="{90FD75EB-78DB-4D0B-A404-B8701E80DB19}" type="parTrans" cxnId="{DC633853-2F4D-466D-B56C-87958C5B9892}">
      <dgm:prSet/>
      <dgm:spPr/>
      <dgm:t>
        <a:bodyPr/>
        <a:lstStyle/>
        <a:p>
          <a:endParaRPr lang="en-US"/>
        </a:p>
      </dgm:t>
    </dgm:pt>
    <dgm:pt modelId="{BA5719D5-D0EF-4CB7-8B86-4BD554467FCD}" type="sibTrans" cxnId="{DC633853-2F4D-466D-B56C-87958C5B9892}">
      <dgm:prSet/>
      <dgm:spPr/>
      <dgm:t>
        <a:bodyPr/>
        <a:lstStyle/>
        <a:p>
          <a:endParaRPr lang="en-US"/>
        </a:p>
      </dgm:t>
    </dgm:pt>
    <dgm:pt modelId="{AFBA0766-9F4B-4DA3-BC5C-93CD09EE5E67}">
      <dgm:prSet/>
      <dgm:spPr/>
      <dgm:t>
        <a:bodyPr/>
        <a:lstStyle/>
        <a:p>
          <a:r>
            <a:rPr lang="en-US"/>
            <a:t>The issue was that the data in cholesterol was missing or just 0 in many places which is medically impossible.</a:t>
          </a:r>
        </a:p>
      </dgm:t>
    </dgm:pt>
    <dgm:pt modelId="{7E03907B-3FBA-45BF-B430-85C7D3652435}" type="parTrans" cxnId="{6DD73877-E514-4DD1-81C9-B987D4B8A3DE}">
      <dgm:prSet/>
      <dgm:spPr/>
      <dgm:t>
        <a:bodyPr/>
        <a:lstStyle/>
        <a:p>
          <a:endParaRPr lang="en-US"/>
        </a:p>
      </dgm:t>
    </dgm:pt>
    <dgm:pt modelId="{D07496A0-6EEA-4840-8C14-EA6598CCF770}" type="sibTrans" cxnId="{6DD73877-E514-4DD1-81C9-B987D4B8A3DE}">
      <dgm:prSet/>
      <dgm:spPr/>
      <dgm:t>
        <a:bodyPr/>
        <a:lstStyle/>
        <a:p>
          <a:endParaRPr lang="en-US"/>
        </a:p>
      </dgm:t>
    </dgm:pt>
    <dgm:pt modelId="{3DBE0BEA-4A2A-473C-8751-EEB42EFCB858}">
      <dgm:prSet/>
      <dgm:spPr/>
      <dgm:t>
        <a:bodyPr/>
        <a:lstStyle/>
        <a:p>
          <a:r>
            <a:rPr lang="en-US"/>
            <a:t>We decided than rather than dropping such an important feature or reducing our row count further we would add a value.</a:t>
          </a:r>
        </a:p>
      </dgm:t>
    </dgm:pt>
    <dgm:pt modelId="{27FFEFBF-DE72-4B75-99C7-1D0521F8A549}" type="parTrans" cxnId="{2A9BEF73-C607-4B20-85C0-43431750AA44}">
      <dgm:prSet/>
      <dgm:spPr/>
      <dgm:t>
        <a:bodyPr/>
        <a:lstStyle/>
        <a:p>
          <a:endParaRPr lang="en-US"/>
        </a:p>
      </dgm:t>
    </dgm:pt>
    <dgm:pt modelId="{81B75916-B546-46D7-92E6-75D047A6BEA2}" type="sibTrans" cxnId="{2A9BEF73-C607-4B20-85C0-43431750AA44}">
      <dgm:prSet/>
      <dgm:spPr/>
      <dgm:t>
        <a:bodyPr/>
        <a:lstStyle/>
        <a:p>
          <a:endParaRPr lang="en-US"/>
        </a:p>
      </dgm:t>
    </dgm:pt>
    <dgm:pt modelId="{0911211B-E1B2-49AC-90C3-A7DAC73FE03E}">
      <dgm:prSet/>
      <dgm:spPr/>
      <dgm:t>
        <a:bodyPr/>
        <a:lstStyle/>
        <a:p>
          <a:r>
            <a:rPr lang="en-US"/>
            <a:t>We changed all the missing values for cholesterol to be the overall average as believed it was an acceptable compromise.</a:t>
          </a:r>
        </a:p>
      </dgm:t>
    </dgm:pt>
    <dgm:pt modelId="{962773E9-C7EB-40F8-BB96-035B60EE7D4D}" type="parTrans" cxnId="{23654ABA-4829-48A1-9B96-037A6D494437}">
      <dgm:prSet/>
      <dgm:spPr/>
      <dgm:t>
        <a:bodyPr/>
        <a:lstStyle/>
        <a:p>
          <a:endParaRPr lang="en-US"/>
        </a:p>
      </dgm:t>
    </dgm:pt>
    <dgm:pt modelId="{44B6810A-5DAB-41FD-8D8A-FEDA2169EFF9}" type="sibTrans" cxnId="{23654ABA-4829-48A1-9B96-037A6D494437}">
      <dgm:prSet/>
      <dgm:spPr/>
      <dgm:t>
        <a:bodyPr/>
        <a:lstStyle/>
        <a:p>
          <a:endParaRPr lang="en-US"/>
        </a:p>
      </dgm:t>
    </dgm:pt>
    <dgm:pt modelId="{76481D4F-95A1-499D-AF2B-1B619C274E7C}" type="pres">
      <dgm:prSet presAssocID="{A191EC85-2549-4928-A993-20F55CAB966D}" presName="outerComposite" presStyleCnt="0">
        <dgm:presLayoutVars>
          <dgm:chMax val="5"/>
          <dgm:dir/>
          <dgm:resizeHandles val="exact"/>
        </dgm:presLayoutVars>
      </dgm:prSet>
      <dgm:spPr/>
    </dgm:pt>
    <dgm:pt modelId="{CD2AEE0D-700A-4A5C-9A85-2FA4FC753184}" type="pres">
      <dgm:prSet presAssocID="{A191EC85-2549-4928-A993-20F55CAB966D}" presName="dummyMaxCanvas" presStyleCnt="0">
        <dgm:presLayoutVars/>
      </dgm:prSet>
      <dgm:spPr/>
    </dgm:pt>
    <dgm:pt modelId="{9D345E47-14DC-4AE0-B841-D16929C7A1B6}" type="pres">
      <dgm:prSet presAssocID="{A191EC85-2549-4928-A993-20F55CAB966D}" presName="FourNodes_1" presStyleLbl="node1" presStyleIdx="0" presStyleCnt="4">
        <dgm:presLayoutVars>
          <dgm:bulletEnabled val="1"/>
        </dgm:presLayoutVars>
      </dgm:prSet>
      <dgm:spPr/>
    </dgm:pt>
    <dgm:pt modelId="{5A5220EA-4BB1-4837-83C4-81091E48BB38}" type="pres">
      <dgm:prSet presAssocID="{A191EC85-2549-4928-A993-20F55CAB966D}" presName="FourNodes_2" presStyleLbl="node1" presStyleIdx="1" presStyleCnt="4">
        <dgm:presLayoutVars>
          <dgm:bulletEnabled val="1"/>
        </dgm:presLayoutVars>
      </dgm:prSet>
      <dgm:spPr/>
    </dgm:pt>
    <dgm:pt modelId="{D9317981-8A69-45C4-8A21-273F123497B1}" type="pres">
      <dgm:prSet presAssocID="{A191EC85-2549-4928-A993-20F55CAB966D}" presName="FourNodes_3" presStyleLbl="node1" presStyleIdx="2" presStyleCnt="4">
        <dgm:presLayoutVars>
          <dgm:bulletEnabled val="1"/>
        </dgm:presLayoutVars>
      </dgm:prSet>
      <dgm:spPr/>
    </dgm:pt>
    <dgm:pt modelId="{1138F527-EF1F-4015-992C-56E222317607}" type="pres">
      <dgm:prSet presAssocID="{A191EC85-2549-4928-A993-20F55CAB966D}" presName="FourNodes_4" presStyleLbl="node1" presStyleIdx="3" presStyleCnt="4">
        <dgm:presLayoutVars>
          <dgm:bulletEnabled val="1"/>
        </dgm:presLayoutVars>
      </dgm:prSet>
      <dgm:spPr/>
    </dgm:pt>
    <dgm:pt modelId="{CD100B74-D206-410D-9F68-5894EDB8E501}" type="pres">
      <dgm:prSet presAssocID="{A191EC85-2549-4928-A993-20F55CAB966D}" presName="FourConn_1-2" presStyleLbl="fgAccFollowNode1" presStyleIdx="0" presStyleCnt="3">
        <dgm:presLayoutVars>
          <dgm:bulletEnabled val="1"/>
        </dgm:presLayoutVars>
      </dgm:prSet>
      <dgm:spPr/>
    </dgm:pt>
    <dgm:pt modelId="{6BE469F6-D653-4762-A68A-105A2B39B4B9}" type="pres">
      <dgm:prSet presAssocID="{A191EC85-2549-4928-A993-20F55CAB966D}" presName="FourConn_2-3" presStyleLbl="fgAccFollowNode1" presStyleIdx="1" presStyleCnt="3">
        <dgm:presLayoutVars>
          <dgm:bulletEnabled val="1"/>
        </dgm:presLayoutVars>
      </dgm:prSet>
      <dgm:spPr/>
    </dgm:pt>
    <dgm:pt modelId="{5D2854FA-15CC-40C3-A6ED-A4055599210E}" type="pres">
      <dgm:prSet presAssocID="{A191EC85-2549-4928-A993-20F55CAB966D}" presName="FourConn_3-4" presStyleLbl="fgAccFollowNode1" presStyleIdx="2" presStyleCnt="3">
        <dgm:presLayoutVars>
          <dgm:bulletEnabled val="1"/>
        </dgm:presLayoutVars>
      </dgm:prSet>
      <dgm:spPr/>
    </dgm:pt>
    <dgm:pt modelId="{96F3D5E4-C6D0-4C7F-A0BF-02AB9B0A4E6B}" type="pres">
      <dgm:prSet presAssocID="{A191EC85-2549-4928-A993-20F55CAB966D}" presName="FourNodes_1_text" presStyleLbl="node1" presStyleIdx="3" presStyleCnt="4">
        <dgm:presLayoutVars>
          <dgm:bulletEnabled val="1"/>
        </dgm:presLayoutVars>
      </dgm:prSet>
      <dgm:spPr/>
    </dgm:pt>
    <dgm:pt modelId="{16055F1F-F21D-45A0-A8B2-E25FD2531471}" type="pres">
      <dgm:prSet presAssocID="{A191EC85-2549-4928-A993-20F55CAB966D}" presName="FourNodes_2_text" presStyleLbl="node1" presStyleIdx="3" presStyleCnt="4">
        <dgm:presLayoutVars>
          <dgm:bulletEnabled val="1"/>
        </dgm:presLayoutVars>
      </dgm:prSet>
      <dgm:spPr/>
    </dgm:pt>
    <dgm:pt modelId="{87AD6EA6-3063-4D27-9ADA-0B8CA2E4A589}" type="pres">
      <dgm:prSet presAssocID="{A191EC85-2549-4928-A993-20F55CAB966D}" presName="FourNodes_3_text" presStyleLbl="node1" presStyleIdx="3" presStyleCnt="4">
        <dgm:presLayoutVars>
          <dgm:bulletEnabled val="1"/>
        </dgm:presLayoutVars>
      </dgm:prSet>
      <dgm:spPr/>
    </dgm:pt>
    <dgm:pt modelId="{2E4AC948-5909-4170-9928-CCC3936211DB}" type="pres">
      <dgm:prSet presAssocID="{A191EC85-2549-4928-A993-20F55CAB966D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E2B88513-198C-4C22-9623-DA8E1B5091D5}" type="presOf" srcId="{81B75916-B546-46D7-92E6-75D047A6BEA2}" destId="{5D2854FA-15CC-40C3-A6ED-A4055599210E}" srcOrd="0" destOrd="0" presId="urn:microsoft.com/office/officeart/2005/8/layout/vProcess5"/>
    <dgm:cxn modelId="{992F802D-6CC3-4F6B-81A9-37B3FE443683}" type="presOf" srcId="{D07496A0-6EEA-4840-8C14-EA6598CCF770}" destId="{6BE469F6-D653-4762-A68A-105A2B39B4B9}" srcOrd="0" destOrd="0" presId="urn:microsoft.com/office/officeart/2005/8/layout/vProcess5"/>
    <dgm:cxn modelId="{66061D45-E809-4610-8895-7D68A27E8CB1}" type="presOf" srcId="{CBFF6474-1B2B-45A1-BEC4-2544C1ED3F03}" destId="{96F3D5E4-C6D0-4C7F-A0BF-02AB9B0A4E6B}" srcOrd="1" destOrd="0" presId="urn:microsoft.com/office/officeart/2005/8/layout/vProcess5"/>
    <dgm:cxn modelId="{E8CBE048-8CB7-4016-9259-64BE4E2FDE0B}" type="presOf" srcId="{CBFF6474-1B2B-45A1-BEC4-2544C1ED3F03}" destId="{9D345E47-14DC-4AE0-B841-D16929C7A1B6}" srcOrd="0" destOrd="0" presId="urn:microsoft.com/office/officeart/2005/8/layout/vProcess5"/>
    <dgm:cxn modelId="{F859C44F-AC1B-4424-A5FA-BB1DFF4123D6}" type="presOf" srcId="{AFBA0766-9F4B-4DA3-BC5C-93CD09EE5E67}" destId="{5A5220EA-4BB1-4837-83C4-81091E48BB38}" srcOrd="0" destOrd="0" presId="urn:microsoft.com/office/officeart/2005/8/layout/vProcess5"/>
    <dgm:cxn modelId="{DC633853-2F4D-466D-B56C-87958C5B9892}" srcId="{A191EC85-2549-4928-A993-20F55CAB966D}" destId="{CBFF6474-1B2B-45A1-BEC4-2544C1ED3F03}" srcOrd="0" destOrd="0" parTransId="{90FD75EB-78DB-4D0B-A404-B8701E80DB19}" sibTransId="{BA5719D5-D0EF-4CB7-8B86-4BD554467FCD}"/>
    <dgm:cxn modelId="{415BD253-4E44-4A44-B58B-2C74FD7B1B0F}" type="presOf" srcId="{0911211B-E1B2-49AC-90C3-A7DAC73FE03E}" destId="{1138F527-EF1F-4015-992C-56E222317607}" srcOrd="0" destOrd="0" presId="urn:microsoft.com/office/officeart/2005/8/layout/vProcess5"/>
    <dgm:cxn modelId="{2A9BEF73-C607-4B20-85C0-43431750AA44}" srcId="{A191EC85-2549-4928-A993-20F55CAB966D}" destId="{3DBE0BEA-4A2A-473C-8751-EEB42EFCB858}" srcOrd="2" destOrd="0" parTransId="{27FFEFBF-DE72-4B75-99C7-1D0521F8A549}" sibTransId="{81B75916-B546-46D7-92E6-75D047A6BEA2}"/>
    <dgm:cxn modelId="{6DD73877-E514-4DD1-81C9-B987D4B8A3DE}" srcId="{A191EC85-2549-4928-A993-20F55CAB966D}" destId="{AFBA0766-9F4B-4DA3-BC5C-93CD09EE5E67}" srcOrd="1" destOrd="0" parTransId="{7E03907B-3FBA-45BF-B430-85C7D3652435}" sibTransId="{D07496A0-6EEA-4840-8C14-EA6598CCF770}"/>
    <dgm:cxn modelId="{DBA8AB57-E0EB-4D3B-8176-5811326E5CC5}" type="presOf" srcId="{0911211B-E1B2-49AC-90C3-A7DAC73FE03E}" destId="{2E4AC948-5909-4170-9928-CCC3936211DB}" srcOrd="1" destOrd="0" presId="urn:microsoft.com/office/officeart/2005/8/layout/vProcess5"/>
    <dgm:cxn modelId="{5BD6EDA1-ADFC-4411-8C48-41D6D1C55450}" type="presOf" srcId="{3DBE0BEA-4A2A-473C-8751-EEB42EFCB858}" destId="{D9317981-8A69-45C4-8A21-273F123497B1}" srcOrd="0" destOrd="0" presId="urn:microsoft.com/office/officeart/2005/8/layout/vProcess5"/>
    <dgm:cxn modelId="{D9072DAE-5948-4E93-BB38-94D3AE068E54}" type="presOf" srcId="{AFBA0766-9F4B-4DA3-BC5C-93CD09EE5E67}" destId="{16055F1F-F21D-45A0-A8B2-E25FD2531471}" srcOrd="1" destOrd="0" presId="urn:microsoft.com/office/officeart/2005/8/layout/vProcess5"/>
    <dgm:cxn modelId="{23654ABA-4829-48A1-9B96-037A6D494437}" srcId="{A191EC85-2549-4928-A993-20F55CAB966D}" destId="{0911211B-E1B2-49AC-90C3-A7DAC73FE03E}" srcOrd="3" destOrd="0" parTransId="{962773E9-C7EB-40F8-BB96-035B60EE7D4D}" sibTransId="{44B6810A-5DAB-41FD-8D8A-FEDA2169EFF9}"/>
    <dgm:cxn modelId="{3B2A2CBF-0947-43D8-BBCD-3CFF4A9626B0}" type="presOf" srcId="{BA5719D5-D0EF-4CB7-8B86-4BD554467FCD}" destId="{CD100B74-D206-410D-9F68-5894EDB8E501}" srcOrd="0" destOrd="0" presId="urn:microsoft.com/office/officeart/2005/8/layout/vProcess5"/>
    <dgm:cxn modelId="{C45F23F0-44A4-4704-812C-F07DA352B3E4}" type="presOf" srcId="{3DBE0BEA-4A2A-473C-8751-EEB42EFCB858}" destId="{87AD6EA6-3063-4D27-9ADA-0B8CA2E4A589}" srcOrd="1" destOrd="0" presId="urn:microsoft.com/office/officeart/2005/8/layout/vProcess5"/>
    <dgm:cxn modelId="{309E61F8-BE29-4BF6-AE8B-7708C5D167E1}" type="presOf" srcId="{A191EC85-2549-4928-A993-20F55CAB966D}" destId="{76481D4F-95A1-499D-AF2B-1B619C274E7C}" srcOrd="0" destOrd="0" presId="urn:microsoft.com/office/officeart/2005/8/layout/vProcess5"/>
    <dgm:cxn modelId="{D5CA0AFC-2C0B-4A30-9B0D-616196A96100}" type="presParOf" srcId="{76481D4F-95A1-499D-AF2B-1B619C274E7C}" destId="{CD2AEE0D-700A-4A5C-9A85-2FA4FC753184}" srcOrd="0" destOrd="0" presId="urn:microsoft.com/office/officeart/2005/8/layout/vProcess5"/>
    <dgm:cxn modelId="{21F6C402-EDE6-450D-87E4-D28222C9A020}" type="presParOf" srcId="{76481D4F-95A1-499D-AF2B-1B619C274E7C}" destId="{9D345E47-14DC-4AE0-B841-D16929C7A1B6}" srcOrd="1" destOrd="0" presId="urn:microsoft.com/office/officeart/2005/8/layout/vProcess5"/>
    <dgm:cxn modelId="{63062579-FD00-4C9C-8E2F-561B677BBC65}" type="presParOf" srcId="{76481D4F-95A1-499D-AF2B-1B619C274E7C}" destId="{5A5220EA-4BB1-4837-83C4-81091E48BB38}" srcOrd="2" destOrd="0" presId="urn:microsoft.com/office/officeart/2005/8/layout/vProcess5"/>
    <dgm:cxn modelId="{51888B1C-E69D-41F5-9440-49AE2B16BE4D}" type="presParOf" srcId="{76481D4F-95A1-499D-AF2B-1B619C274E7C}" destId="{D9317981-8A69-45C4-8A21-273F123497B1}" srcOrd="3" destOrd="0" presId="urn:microsoft.com/office/officeart/2005/8/layout/vProcess5"/>
    <dgm:cxn modelId="{F7AB6D05-F601-4C3D-90F4-7A1ED1FB009D}" type="presParOf" srcId="{76481D4F-95A1-499D-AF2B-1B619C274E7C}" destId="{1138F527-EF1F-4015-992C-56E222317607}" srcOrd="4" destOrd="0" presId="urn:microsoft.com/office/officeart/2005/8/layout/vProcess5"/>
    <dgm:cxn modelId="{0661F448-3A02-4C52-BE87-ACF369919955}" type="presParOf" srcId="{76481D4F-95A1-499D-AF2B-1B619C274E7C}" destId="{CD100B74-D206-410D-9F68-5894EDB8E501}" srcOrd="5" destOrd="0" presId="urn:microsoft.com/office/officeart/2005/8/layout/vProcess5"/>
    <dgm:cxn modelId="{F516B9AC-8424-44E7-9A77-59F534893AB8}" type="presParOf" srcId="{76481D4F-95A1-499D-AF2B-1B619C274E7C}" destId="{6BE469F6-D653-4762-A68A-105A2B39B4B9}" srcOrd="6" destOrd="0" presId="urn:microsoft.com/office/officeart/2005/8/layout/vProcess5"/>
    <dgm:cxn modelId="{09F0B4CF-0AB3-4194-B89F-FF37D2082FEB}" type="presParOf" srcId="{76481D4F-95A1-499D-AF2B-1B619C274E7C}" destId="{5D2854FA-15CC-40C3-A6ED-A4055599210E}" srcOrd="7" destOrd="0" presId="urn:microsoft.com/office/officeart/2005/8/layout/vProcess5"/>
    <dgm:cxn modelId="{E1012354-F0DC-4A4B-BBB4-FD1723D95C3B}" type="presParOf" srcId="{76481D4F-95A1-499D-AF2B-1B619C274E7C}" destId="{96F3D5E4-C6D0-4C7F-A0BF-02AB9B0A4E6B}" srcOrd="8" destOrd="0" presId="urn:microsoft.com/office/officeart/2005/8/layout/vProcess5"/>
    <dgm:cxn modelId="{809E2967-9AE6-4481-8CEA-50A8D757121E}" type="presParOf" srcId="{76481D4F-95A1-499D-AF2B-1B619C274E7C}" destId="{16055F1F-F21D-45A0-A8B2-E25FD2531471}" srcOrd="9" destOrd="0" presId="urn:microsoft.com/office/officeart/2005/8/layout/vProcess5"/>
    <dgm:cxn modelId="{95A03DE4-E9B3-46CF-B76C-AD25E8A580A0}" type="presParOf" srcId="{76481D4F-95A1-499D-AF2B-1B619C274E7C}" destId="{87AD6EA6-3063-4D27-9ADA-0B8CA2E4A589}" srcOrd="10" destOrd="0" presId="urn:microsoft.com/office/officeart/2005/8/layout/vProcess5"/>
    <dgm:cxn modelId="{F999335A-BB92-46DA-BB88-8C725BC8B5CC}" type="presParOf" srcId="{76481D4F-95A1-499D-AF2B-1B619C274E7C}" destId="{2E4AC948-5909-4170-9928-CCC3936211DB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BCAE35-CF7E-4221-8E91-895B024704DD}">
      <dsp:nvSpPr>
        <dsp:cNvPr id="0" name=""/>
        <dsp:cNvSpPr/>
      </dsp:nvSpPr>
      <dsp:spPr>
        <a:xfrm>
          <a:off x="0" y="2457292"/>
          <a:ext cx="7886700" cy="806538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</a:schemeClr>
            </a:gs>
          </a:gsLst>
          <a:lin ang="16200000" scaled="0"/>
          <a:tileRect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Focusing on features that are high impact and knowable was our goal.</a:t>
          </a:r>
        </a:p>
      </dsp:txBody>
      <dsp:txXfrm>
        <a:off x="0" y="2457292"/>
        <a:ext cx="7886700" cy="806538"/>
      </dsp:txXfrm>
    </dsp:sp>
    <dsp:sp modelId="{AAC9073D-6DDE-47B8-8D6B-F8CD329322D6}">
      <dsp:nvSpPr>
        <dsp:cNvPr id="0" name=""/>
        <dsp:cNvSpPr/>
      </dsp:nvSpPr>
      <dsp:spPr>
        <a:xfrm rot="10800000">
          <a:off x="0" y="1228934"/>
          <a:ext cx="7886700" cy="1240455"/>
        </a:xfrm>
        <a:prstGeom prst="upArrowCallou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</a:schemeClr>
            </a:gs>
          </a:gsLst>
          <a:lin ang="16200000" scaled="0"/>
          <a:tileRect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We thought that since this will be a service that provides a preliminary prediction on the odds of you having heart disease that having features that ordinary people would be aware of like age would make the service more useful.</a:t>
          </a:r>
        </a:p>
      </dsp:txBody>
      <dsp:txXfrm rot="10800000">
        <a:off x="0" y="1228934"/>
        <a:ext cx="7886700" cy="806010"/>
      </dsp:txXfrm>
    </dsp:sp>
    <dsp:sp modelId="{809DFB63-2363-4799-A288-E6838E4E6C95}">
      <dsp:nvSpPr>
        <dsp:cNvPr id="0" name=""/>
        <dsp:cNvSpPr/>
      </dsp:nvSpPr>
      <dsp:spPr>
        <a:xfrm rot="10800000">
          <a:off x="0" y="577"/>
          <a:ext cx="7886700" cy="1240455"/>
        </a:xfrm>
        <a:prstGeom prst="upArrowCallou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</a:schemeClr>
            </a:gs>
          </a:gsLst>
          <a:lin ang="16200000" scaled="0"/>
          <a:tileRect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We chose the features that we believed to be most relevant to our users.</a:t>
          </a:r>
        </a:p>
      </dsp:txBody>
      <dsp:txXfrm rot="10800000">
        <a:off x="0" y="577"/>
        <a:ext cx="7886700" cy="8060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345E47-14DC-4AE0-B841-D16929C7A1B6}">
      <dsp:nvSpPr>
        <dsp:cNvPr id="0" name=""/>
        <dsp:cNvSpPr/>
      </dsp:nvSpPr>
      <dsp:spPr>
        <a:xfrm>
          <a:off x="0" y="0"/>
          <a:ext cx="6309360" cy="71816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</a:schemeClr>
            </a:gs>
          </a:gsLst>
          <a:lin ang="16200000" scaled="0"/>
          <a:tileRect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We believed that cholesterol was a particularly important feature to have for our model to be accurate.</a:t>
          </a:r>
        </a:p>
      </dsp:txBody>
      <dsp:txXfrm>
        <a:off x="21034" y="21034"/>
        <a:ext cx="5473714" cy="676101"/>
      </dsp:txXfrm>
    </dsp:sp>
    <dsp:sp modelId="{5A5220EA-4BB1-4837-83C4-81091E48BB38}">
      <dsp:nvSpPr>
        <dsp:cNvPr id="0" name=""/>
        <dsp:cNvSpPr/>
      </dsp:nvSpPr>
      <dsp:spPr>
        <a:xfrm>
          <a:off x="528408" y="848746"/>
          <a:ext cx="6309360" cy="71816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</a:schemeClr>
            </a:gs>
          </a:gsLst>
          <a:lin ang="16200000" scaled="0"/>
          <a:tileRect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The issue was that the data in cholesterol was missing or just 0 in many places which is medically impossible.</a:t>
          </a:r>
        </a:p>
      </dsp:txBody>
      <dsp:txXfrm>
        <a:off x="549442" y="869780"/>
        <a:ext cx="5272072" cy="676101"/>
      </dsp:txXfrm>
    </dsp:sp>
    <dsp:sp modelId="{D9317981-8A69-45C4-8A21-273F123497B1}">
      <dsp:nvSpPr>
        <dsp:cNvPr id="0" name=""/>
        <dsp:cNvSpPr/>
      </dsp:nvSpPr>
      <dsp:spPr>
        <a:xfrm>
          <a:off x="1048931" y="1697492"/>
          <a:ext cx="6309360" cy="71816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</a:schemeClr>
            </a:gs>
          </a:gsLst>
          <a:lin ang="16200000" scaled="0"/>
          <a:tileRect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We decided than rather than dropping such an important feature or reducing our row count further we would add a value.</a:t>
          </a:r>
        </a:p>
      </dsp:txBody>
      <dsp:txXfrm>
        <a:off x="1069965" y="1718526"/>
        <a:ext cx="5279959" cy="676101"/>
      </dsp:txXfrm>
    </dsp:sp>
    <dsp:sp modelId="{1138F527-EF1F-4015-992C-56E222317607}">
      <dsp:nvSpPr>
        <dsp:cNvPr id="0" name=""/>
        <dsp:cNvSpPr/>
      </dsp:nvSpPr>
      <dsp:spPr>
        <a:xfrm>
          <a:off x="1577340" y="2546238"/>
          <a:ext cx="6309360" cy="71816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</a:schemeClr>
            </a:gs>
          </a:gsLst>
          <a:lin ang="16200000" scaled="0"/>
          <a:tileRect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We changed all the missing values for cholesterol to be the overall average as believed it was an acceptable compromise.</a:t>
          </a:r>
        </a:p>
      </dsp:txBody>
      <dsp:txXfrm>
        <a:off x="1598374" y="2567272"/>
        <a:ext cx="5272072" cy="676101"/>
      </dsp:txXfrm>
    </dsp:sp>
    <dsp:sp modelId="{CD100B74-D206-410D-9F68-5894EDB8E501}">
      <dsp:nvSpPr>
        <dsp:cNvPr id="0" name=""/>
        <dsp:cNvSpPr/>
      </dsp:nvSpPr>
      <dsp:spPr>
        <a:xfrm>
          <a:off x="5842549" y="550052"/>
          <a:ext cx="466810" cy="466810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5947581" y="550052"/>
        <a:ext cx="256746" cy="351275"/>
      </dsp:txXfrm>
    </dsp:sp>
    <dsp:sp modelId="{6BE469F6-D653-4762-A68A-105A2B39B4B9}">
      <dsp:nvSpPr>
        <dsp:cNvPr id="0" name=""/>
        <dsp:cNvSpPr/>
      </dsp:nvSpPr>
      <dsp:spPr>
        <a:xfrm>
          <a:off x="6370958" y="1398798"/>
          <a:ext cx="466810" cy="466810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6475990" y="1398798"/>
        <a:ext cx="256746" cy="351275"/>
      </dsp:txXfrm>
    </dsp:sp>
    <dsp:sp modelId="{5D2854FA-15CC-40C3-A6ED-A4055599210E}">
      <dsp:nvSpPr>
        <dsp:cNvPr id="0" name=""/>
        <dsp:cNvSpPr/>
      </dsp:nvSpPr>
      <dsp:spPr>
        <a:xfrm>
          <a:off x="6891480" y="2247544"/>
          <a:ext cx="466810" cy="466810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6996512" y="2247544"/>
        <a:ext cx="256746" cy="3512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2189880" y="2574000"/>
            <a:ext cx="4493520" cy="1495800"/>
          </a:xfrm>
          <a:prstGeom prst="rect">
            <a:avLst/>
          </a:prstGeom>
          <a:noFill/>
          <a:ln w="0">
            <a:noFill/>
          </a:ln>
          <a:effectLst>
            <a:outerShdw blurRad="57240" dist="19080" dir="5400000" rotWithShape="0">
              <a:srgbClr val="000000">
                <a:alpha val="50000"/>
              </a:srgbClr>
            </a:outerShdw>
          </a:effectLst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284120" y="1555560"/>
            <a:ext cx="6575760" cy="1359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000" b="1" u="none" strike="noStrike">
                <a:solidFill>
                  <a:schemeClr val="accent1"/>
                </a:solidFill>
                <a:effectLst/>
                <a:uFillTx/>
                <a:latin typeface="Manrope"/>
                <a:ea typeface="Manrope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47;p13"/>
          <p:cNvSpPr/>
          <p:nvPr/>
        </p:nvSpPr>
        <p:spPr>
          <a:xfrm>
            <a:off x="228600" y="136080"/>
            <a:ext cx="3499920" cy="4871520"/>
          </a:xfrm>
          <a:prstGeom prst="roundRect">
            <a:avLst>
              <a:gd name="adj" fmla="val 8403"/>
            </a:avLst>
          </a:pr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" name="Google Shape;48;p13"/>
          <p:cNvSpPr/>
          <p:nvPr/>
        </p:nvSpPr>
        <p:spPr>
          <a:xfrm>
            <a:off x="383400" y="379080"/>
            <a:ext cx="3191760" cy="27144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3979440" y="228600"/>
            <a:ext cx="444420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title"/>
          </p:nvPr>
        </p:nvSpPr>
        <p:spPr>
          <a:xfrm>
            <a:off x="228600" y="920880"/>
            <a:ext cx="502560" cy="445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r">
              <a:lnSpc>
                <a:spcPct val="100000"/>
              </a:lnSpc>
              <a:buNone/>
            </a:pPr>
            <a:r>
              <a:rPr lang="fr-FR" sz="1800" b="1" u="none" strike="noStrik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xx%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title"/>
          </p:nvPr>
        </p:nvSpPr>
        <p:spPr>
          <a:xfrm>
            <a:off x="228600" y="1427760"/>
            <a:ext cx="502560" cy="445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r">
              <a:lnSpc>
                <a:spcPct val="100000"/>
              </a:lnSpc>
              <a:buNone/>
            </a:pPr>
            <a:r>
              <a:rPr lang="fr-FR" sz="1800" b="1" u="none" strike="noStrik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xx%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title"/>
          </p:nvPr>
        </p:nvSpPr>
        <p:spPr>
          <a:xfrm>
            <a:off x="228600" y="1934640"/>
            <a:ext cx="502560" cy="445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r">
              <a:lnSpc>
                <a:spcPct val="100000"/>
              </a:lnSpc>
              <a:buNone/>
            </a:pPr>
            <a:r>
              <a:rPr lang="fr-FR" sz="1800" b="1" u="none" strike="noStrik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xx%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title"/>
          </p:nvPr>
        </p:nvSpPr>
        <p:spPr>
          <a:xfrm>
            <a:off x="228600" y="2441520"/>
            <a:ext cx="502560" cy="445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r">
              <a:lnSpc>
                <a:spcPct val="100000"/>
              </a:lnSpc>
              <a:buNone/>
            </a:pPr>
            <a:r>
              <a:rPr lang="fr-FR" sz="1800" b="1" u="none" strike="noStrik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xx%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6"/>
          <p:cNvSpPr>
            <a:spLocks noGrp="1"/>
          </p:cNvSpPr>
          <p:nvPr>
            <p:ph type="title"/>
          </p:nvPr>
        </p:nvSpPr>
        <p:spPr>
          <a:xfrm>
            <a:off x="228600" y="2948400"/>
            <a:ext cx="502560" cy="445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r">
              <a:lnSpc>
                <a:spcPct val="100000"/>
              </a:lnSpc>
              <a:buNone/>
            </a:pPr>
            <a:r>
              <a:rPr lang="fr-FR" sz="1800" b="1" u="none" strike="noStrik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xx%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7"/>
          <p:cNvSpPr>
            <a:spLocks noGrp="1"/>
          </p:cNvSpPr>
          <p:nvPr>
            <p:ph type="title"/>
          </p:nvPr>
        </p:nvSpPr>
        <p:spPr>
          <a:xfrm>
            <a:off x="228600" y="3455280"/>
            <a:ext cx="502560" cy="445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r">
              <a:lnSpc>
                <a:spcPct val="100000"/>
              </a:lnSpc>
              <a:buNone/>
            </a:pPr>
            <a:r>
              <a:rPr lang="fr-FR" sz="1800" b="1" u="none" strike="noStrik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xx%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8"/>
          <p:cNvSpPr>
            <a:spLocks noGrp="1"/>
          </p:cNvSpPr>
          <p:nvPr>
            <p:ph type="title"/>
          </p:nvPr>
        </p:nvSpPr>
        <p:spPr>
          <a:xfrm>
            <a:off x="228600" y="3962160"/>
            <a:ext cx="502560" cy="445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r">
              <a:lnSpc>
                <a:spcPct val="100000"/>
              </a:lnSpc>
              <a:buNone/>
            </a:pPr>
            <a:r>
              <a:rPr lang="fr-FR" sz="1800" b="1" u="none" strike="noStrik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xx%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9"/>
          <p:cNvSpPr>
            <a:spLocks noGrp="1"/>
          </p:cNvSpPr>
          <p:nvPr>
            <p:ph type="title"/>
          </p:nvPr>
        </p:nvSpPr>
        <p:spPr>
          <a:xfrm>
            <a:off x="228600" y="4469040"/>
            <a:ext cx="502560" cy="445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r">
              <a:lnSpc>
                <a:spcPct val="100000"/>
              </a:lnSpc>
              <a:buNone/>
            </a:pPr>
            <a:r>
              <a:rPr lang="fr-FR" sz="1800" b="1" u="none" strike="noStrik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xx%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" name="Google Shape;74;p13"/>
          <p:cNvSpPr/>
          <p:nvPr/>
        </p:nvSpPr>
        <p:spPr>
          <a:xfrm>
            <a:off x="3805200" y="136080"/>
            <a:ext cx="5202360" cy="4871520"/>
          </a:xfrm>
          <a:prstGeom prst="roundRect">
            <a:avLst>
              <a:gd name="adj" fmla="val 5521"/>
            </a:avLst>
          </a:prstGeom>
          <a:noFill/>
          <a:ln w="9525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76;p14"/>
          <p:cNvSpPr/>
          <p:nvPr/>
        </p:nvSpPr>
        <p:spPr>
          <a:xfrm>
            <a:off x="118440" y="146520"/>
            <a:ext cx="8907120" cy="1191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720000" y="45612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80;p15"/>
          <p:cNvSpPr/>
          <p:nvPr/>
        </p:nvSpPr>
        <p:spPr>
          <a:xfrm>
            <a:off x="118440" y="146520"/>
            <a:ext cx="8907120" cy="1191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720000" y="45864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7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89;p16"/>
          <p:cNvSpPr/>
          <p:nvPr/>
        </p:nvSpPr>
        <p:spPr>
          <a:xfrm>
            <a:off x="118440" y="146520"/>
            <a:ext cx="8907120" cy="1191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0000" y="45864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2347920" y="830160"/>
            <a:ext cx="4447800" cy="823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3" name="Google Shape;106;p17"/>
          <p:cNvSpPr/>
          <p:nvPr/>
        </p:nvSpPr>
        <p:spPr>
          <a:xfrm>
            <a:off x="435600" y="3666960"/>
            <a:ext cx="8272440" cy="1044360"/>
          </a:xfrm>
          <a:prstGeom prst="roundRect">
            <a:avLst>
              <a:gd name="adj" fmla="val 17679"/>
            </a:avLst>
          </a:pr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4" name="Google Shape;107;p17"/>
          <p:cNvSpPr/>
          <p:nvPr/>
        </p:nvSpPr>
        <p:spPr>
          <a:xfrm>
            <a:off x="2099160" y="3710160"/>
            <a:ext cx="4945320" cy="55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Funnel Sans"/>
                <a:ea typeface="Funnel Sans"/>
              </a:rPr>
              <a:t>CREDITS: This presentation template was created by </a:t>
            </a:r>
            <a:r>
              <a:rPr lang="en" sz="1200" b="1" u="sng" strike="noStrike">
                <a:solidFill>
                  <a:schemeClr val="hlink"/>
                </a:solidFill>
                <a:effectLst/>
                <a:uFillTx/>
                <a:latin typeface="Funnel Sans"/>
                <a:ea typeface="Funnel Sans"/>
                <a:hlinkClick r:id="rId2"/>
              </a:rPr>
              <a:t>Slidesgo</a:t>
            </a:r>
            <a:r>
              <a:rPr lang="en" sz="1200" b="1" u="none" strike="noStrike">
                <a:solidFill>
                  <a:schemeClr val="dk1"/>
                </a:solidFill>
                <a:effectLst/>
                <a:uFillTx/>
                <a:latin typeface="Funnel Sans"/>
                <a:ea typeface="Funnel Sans"/>
              </a:rPr>
              <a:t>,</a:t>
            </a: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Funnel Sans"/>
                <a:ea typeface="Funnel Sans"/>
              </a:rPr>
              <a:t> and includes icons, infographics &amp; images by </a:t>
            </a:r>
            <a:r>
              <a:rPr lang="en" sz="1200" b="1" u="sng" strike="noStrike">
                <a:solidFill>
                  <a:schemeClr val="dk1"/>
                </a:solidFill>
                <a:effectLst/>
                <a:uFillTx/>
                <a:latin typeface="Funnel Sans"/>
                <a:ea typeface="Funnel Sans"/>
                <a:hlinkClick r:id="rId3"/>
              </a:rPr>
              <a:t>Freepik</a:t>
            </a:r>
            <a:r>
              <a:rPr lang="en" sz="1200" b="1" u="sng" strike="noStrike">
                <a:solidFill>
                  <a:schemeClr val="dk1"/>
                </a:solidFill>
                <a:effectLst/>
                <a:uFillTx/>
                <a:latin typeface="Funnel Sans"/>
                <a:ea typeface="Funnel Sans"/>
              </a:rPr>
              <a:t> 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5" name="Google Shape;108;p17"/>
          <p:cNvSpPr/>
          <p:nvPr/>
        </p:nvSpPr>
        <p:spPr>
          <a:xfrm>
            <a:off x="435600" y="557640"/>
            <a:ext cx="8272440" cy="2968920"/>
          </a:xfrm>
          <a:prstGeom prst="roundRect">
            <a:avLst>
              <a:gd name="adj" fmla="val 7654"/>
            </a:avLst>
          </a:prstGeom>
          <a:noFill/>
          <a:ln w="9525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110;p18"/>
          <p:cNvSpPr/>
          <p:nvPr/>
        </p:nvSpPr>
        <p:spPr>
          <a:xfrm>
            <a:off x="118440" y="146520"/>
            <a:ext cx="8907120" cy="1191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112;p19"/>
          <p:cNvSpPr/>
          <p:nvPr/>
        </p:nvSpPr>
        <p:spPr>
          <a:xfrm rot="5400000">
            <a:off x="4471200" y="532800"/>
            <a:ext cx="201600" cy="862812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FF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69080" y="1719360"/>
            <a:ext cx="6339960" cy="2123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9" name="PlaceHolder 2"/>
          <p:cNvSpPr>
            <a:spLocks noGrp="1"/>
          </p:cNvSpPr>
          <p:nvPr>
            <p:ph type="title"/>
          </p:nvPr>
        </p:nvSpPr>
        <p:spPr>
          <a:xfrm>
            <a:off x="469080" y="487080"/>
            <a:ext cx="1182240" cy="84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6000" b="1" u="none" strike="noStrike">
                <a:solidFill>
                  <a:schemeClr val="accent2"/>
                </a:solidFill>
                <a:effectLst/>
                <a:uFillTx/>
                <a:latin typeface="Manrope"/>
                <a:ea typeface="Manrope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720000" y="22860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720000" y="999360"/>
            <a:ext cx="770364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19;p5"/>
          <p:cNvSpPr/>
          <p:nvPr/>
        </p:nvSpPr>
        <p:spPr>
          <a:xfrm>
            <a:off x="118440" y="146520"/>
            <a:ext cx="8907120" cy="1191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720000" y="45864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4" name="Google Shape;25;p5"/>
          <p:cNvSpPr/>
          <p:nvPr/>
        </p:nvSpPr>
        <p:spPr>
          <a:xfrm rot="5400000">
            <a:off x="4492080" y="429840"/>
            <a:ext cx="222480" cy="896940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FF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720000" y="45864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6" name="Google Shape;28;p6"/>
          <p:cNvSpPr/>
          <p:nvPr/>
        </p:nvSpPr>
        <p:spPr>
          <a:xfrm>
            <a:off x="136080" y="132480"/>
            <a:ext cx="8871840" cy="4952520"/>
          </a:xfrm>
          <a:prstGeom prst="roundRect">
            <a:avLst>
              <a:gd name="adj" fmla="val 5521"/>
            </a:avLst>
          </a:prstGeom>
          <a:noFill/>
          <a:ln w="9525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0;p7"/>
          <p:cNvSpPr/>
          <p:nvPr/>
        </p:nvSpPr>
        <p:spPr>
          <a:xfrm>
            <a:off x="118440" y="146520"/>
            <a:ext cx="8907120" cy="1191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720000" y="45864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1133280" y="1896480"/>
            <a:ext cx="6876720" cy="1204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228600" y="601920"/>
            <a:ext cx="4728240" cy="1402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5659200" y="0"/>
            <a:ext cx="34844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44" name="PlaceHolder 2"/>
          <p:cNvSpPr>
            <a:spLocks noGrp="1"/>
          </p:cNvSpPr>
          <p:nvPr>
            <p:ph type="title"/>
          </p:nvPr>
        </p:nvSpPr>
        <p:spPr>
          <a:xfrm>
            <a:off x="1390320" y="3955680"/>
            <a:ext cx="6363360" cy="57240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huggingface.co/datasets/aai530-group6/heart-failure-prediction-dataset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7.xml"/><Relationship Id="rId5" Type="http://schemas.openxmlformats.org/officeDocument/2006/relationships/hyperlink" Target="https://www.kaggle.com/datasets/neurocipher/heartdisease" TargetMode="External"/><Relationship Id="rId4" Type="http://schemas.openxmlformats.org/officeDocument/2006/relationships/hyperlink" Target="https://www.kaggle.com/datasets/sintariosatya/heart-disease-dataset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30936" y="274320"/>
            <a:ext cx="7886700" cy="994410"/>
          </a:xfrm>
        </p:spPr>
        <p:txBody>
          <a:bodyPr lIns="91440" tIns="91440" rIns="91440" bIns="91440" anchor="ctr">
            <a:normAutofit/>
          </a:bodyPr>
          <a:lstStyle/>
          <a:p>
            <a:pPr algn="ctr">
              <a:tabLst>
                <a:tab pos="0" algn="l"/>
              </a:tabLst>
            </a:pPr>
            <a:r>
              <a:rPr lang="en-US" sz="2000" b="1">
                <a:solidFill>
                  <a:schemeClr val="dk1"/>
                </a:solidFill>
              </a:rPr>
              <a:t>DATA EXPLORATION,  PREPARATION, AND CLEANING</a:t>
            </a:r>
            <a:endParaRPr lang="en-US" sz="2000">
              <a:solidFill>
                <a:schemeClr val="dk1"/>
              </a:solidFill>
              <a:cs typeface="Arial"/>
            </a:endParaRPr>
          </a:p>
        </p:txBody>
      </p:sp>
      <p:pic>
        <p:nvPicPr>
          <p:cNvPr id="50" name="Google Shape;128;p24"/>
          <p:cNvPicPr/>
          <p:nvPr/>
        </p:nvPicPr>
        <p:blipFill>
          <a:blip r:embed="rId2"/>
          <a:srcRect t="24027" r="1" b="17470"/>
          <a:stretch>
            <a:fillRect/>
          </a:stretch>
        </p:blipFill>
        <p:spPr>
          <a:xfrm>
            <a:off x="630936" y="1459230"/>
            <a:ext cx="7886700" cy="3264408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2CC5688-4A32-3E63-4325-5E420A5B842F}"/>
              </a:ext>
            </a:extLst>
          </p:cNvPr>
          <p:cNvSpPr txBox="1"/>
          <p:nvPr/>
        </p:nvSpPr>
        <p:spPr>
          <a:xfrm>
            <a:off x="1367692" y="1904999"/>
            <a:ext cx="5910384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solidFill>
                  <a:schemeClr val="bg2">
                    <a:lumMod val="95000"/>
                  </a:schemeClr>
                </a:solidFill>
                <a:cs typeface="Arial"/>
              </a:rPr>
              <a:t>Heart Disease Prediction</a:t>
            </a:r>
          </a:p>
          <a:p>
            <a:endParaRPr lang="en-US" sz="2400">
              <a:solidFill>
                <a:schemeClr val="bg2">
                  <a:lumMod val="95000"/>
                </a:schemeClr>
              </a:solidFill>
              <a:cs typeface="Arial"/>
            </a:endParaRPr>
          </a:p>
          <a:p>
            <a:r>
              <a:rPr lang="en-US" sz="2400">
                <a:solidFill>
                  <a:schemeClr val="bg2">
                    <a:lumMod val="95000"/>
                  </a:schemeClr>
                </a:solidFill>
                <a:cs typeface="Arial"/>
              </a:rPr>
              <a:t>Emmanuel Fulfilled - X00227373</a:t>
            </a:r>
          </a:p>
          <a:p>
            <a:r>
              <a:rPr lang="en-US" sz="2400">
                <a:solidFill>
                  <a:schemeClr val="bg2">
                    <a:lumMod val="95000"/>
                  </a:schemeClr>
                </a:solidFill>
                <a:cs typeface="Arial"/>
              </a:rPr>
              <a:t>Illia </a:t>
            </a:r>
            <a:r>
              <a:rPr lang="en-US" sz="2400" err="1">
                <a:solidFill>
                  <a:schemeClr val="bg2">
                    <a:lumMod val="95000"/>
                  </a:schemeClr>
                </a:solidFill>
                <a:cs typeface="Arial"/>
              </a:rPr>
              <a:t>Lysennyi</a:t>
            </a:r>
            <a:r>
              <a:rPr lang="en-US" sz="2400">
                <a:solidFill>
                  <a:schemeClr val="bg2">
                    <a:lumMod val="95000"/>
                  </a:schemeClr>
                </a:solidFill>
                <a:cs typeface="Arial"/>
              </a:rPr>
              <a:t>      - X00220405</a:t>
            </a:r>
          </a:p>
          <a:p>
            <a:r>
              <a:rPr lang="en-US" sz="2400">
                <a:solidFill>
                  <a:schemeClr val="bg2">
                    <a:lumMod val="95000"/>
                  </a:schemeClr>
                </a:solidFill>
                <a:cs typeface="Arial"/>
              </a:rPr>
              <a:t>Leo Ennis       - X00226717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280;p31"/>
          <p:cNvPicPr/>
          <p:nvPr/>
        </p:nvPicPr>
        <p:blipFill>
          <a:blip r:embed="rId2"/>
          <a:srcRect l="13798" r="1556"/>
          <a:stretch/>
        </p:blipFill>
        <p:spPr>
          <a:xfrm>
            <a:off x="5659200" y="0"/>
            <a:ext cx="34844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506186" y="485820"/>
            <a:ext cx="4561738" cy="588768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Source Datasets</a:t>
            </a:r>
            <a:endParaRPr lang="fr-FR" sz="2700" b="0" u="none" strike="noStrike">
              <a:solidFill>
                <a:schemeClr val="dk1"/>
              </a:solidFill>
              <a:effectLst/>
              <a:uFillTx/>
              <a:latin typeface="Arial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C98C81-F0EF-38F5-08AA-97A248BF6521}"/>
              </a:ext>
            </a:extLst>
          </p:cNvPr>
          <p:cNvSpPr txBox="1"/>
          <p:nvPr/>
        </p:nvSpPr>
        <p:spPr>
          <a:xfrm>
            <a:off x="231690" y="1436472"/>
            <a:ext cx="5104883" cy="35702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cs typeface="Arial"/>
              </a:rPr>
              <a:t>We decided on these three datasets:</a:t>
            </a:r>
          </a:p>
          <a:p>
            <a:endParaRPr lang="en-US" sz="160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000" u="sng">
                <a:ea typeface="+mn-lt"/>
                <a:cs typeface="+mn-lt"/>
                <a:hlinkClick r:id="rId3"/>
              </a:rPr>
              <a:t>https://huggingface.co/datasets/aai530-group6/heart-failure-prediction-dataset</a:t>
            </a:r>
            <a:endParaRPr lang="en-US" sz="2000">
              <a:cs typeface="Arial"/>
            </a:endParaRPr>
          </a:p>
          <a:p>
            <a:pPr marL="285750" indent="-285750">
              <a:buFont typeface="Arial"/>
              <a:buChar char="•"/>
            </a:pPr>
            <a:endParaRPr lang="en-US" sz="2000" u="sng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000" u="sng">
                <a:ea typeface="+mn-lt"/>
                <a:cs typeface="+mn-lt"/>
                <a:hlinkClick r:id="rId4"/>
              </a:rPr>
              <a:t>https://www.kaggle.com/datasets/sintariosatya/heart-disease-dataset</a:t>
            </a:r>
            <a:endParaRPr lang="en-US" sz="2000">
              <a:cs typeface="Arial"/>
            </a:endParaRPr>
          </a:p>
          <a:p>
            <a:pPr marL="285750" indent="-285750">
              <a:buFont typeface="Arial"/>
              <a:buChar char="•"/>
            </a:pPr>
            <a:endParaRPr lang="en-US" sz="2000" u="sng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ea typeface="+mn-lt"/>
                <a:cs typeface="+mn-lt"/>
                <a:hlinkClick r:id="rId5"/>
              </a:rPr>
              <a:t>https://www.kaggle.com/datasets/neurocipher/heartdisease</a:t>
            </a:r>
            <a:endParaRPr lang="en-US" sz="2000">
              <a:ea typeface="+mn-lt"/>
              <a:cs typeface="+mn-lt"/>
            </a:endParaRPr>
          </a:p>
          <a:p>
            <a:endParaRPr lang="en-US" sz="1600">
              <a:cs typeface="Arial"/>
            </a:endParaRPr>
          </a:p>
          <a:p>
            <a:endParaRPr lang="en-US" sz="1600"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67"/>
          <p:cNvSpPr/>
          <p:nvPr/>
        </p:nvSpPr>
        <p:spPr>
          <a:xfrm>
            <a:off x="4731638" y="337266"/>
            <a:ext cx="4051786" cy="6909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t">
            <a:normAutofit/>
          </a:bodyPr>
          <a:lstStyle/>
          <a:p>
            <a:pPr>
              <a:tabLst>
                <a:tab pos="0" algn="l"/>
              </a:tabLst>
            </a:pPr>
            <a:r>
              <a:rPr lang="en-US" sz="2700" b="1" u="none" strike="noStrike">
                <a:solidFill>
                  <a:schemeClr val="dk1"/>
                </a:solidFill>
                <a:effectLst/>
                <a:uFillTx/>
                <a:latin typeface="Manrope"/>
              </a:rPr>
              <a:t>Step 1 </a:t>
            </a:r>
            <a:r>
              <a:rPr lang="en-US" sz="2700" b="1">
                <a:solidFill>
                  <a:schemeClr val="dk1"/>
                </a:solidFill>
                <a:latin typeface="Manrope"/>
              </a:rPr>
              <a:t>– Feature Selection</a:t>
            </a:r>
            <a:endParaRPr lang="en-US" sz="2700" b="0" u="none" strike="noStrike">
              <a:solidFill>
                <a:schemeClr val="dk1"/>
              </a:solidFill>
              <a:effectLst/>
              <a:uFillTx/>
              <a:latin typeface="OpenSymbol"/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5048280" y="1905120"/>
            <a:ext cx="3619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70" name="image69a0b9e906c3b" descr="image69a0b9e906c3e"/>
          <p:cNvPicPr/>
          <p:nvPr/>
        </p:nvPicPr>
        <p:blipFill>
          <a:blip r:embed="rId2"/>
          <a:stretch/>
        </p:blipFill>
        <p:spPr>
          <a:xfrm>
            <a:off x="212271" y="226372"/>
            <a:ext cx="4359369" cy="4696512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53E7BC1-709D-4264-598D-732BBB1A773B}"/>
              </a:ext>
            </a:extLst>
          </p:cNvPr>
          <p:cNvSpPr txBox="1"/>
          <p:nvPr/>
        </p:nvSpPr>
        <p:spPr>
          <a:xfrm>
            <a:off x="4734182" y="1099529"/>
            <a:ext cx="3743435" cy="34778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000">
                <a:cs typeface="Arial"/>
              </a:rPr>
              <a:t>The three datasets we chose had 12, 15, 16 features respectively.</a:t>
            </a:r>
          </a:p>
          <a:p>
            <a:pPr marL="285750" indent="-285750">
              <a:buFont typeface="Arial"/>
              <a:buChar char="•"/>
            </a:pPr>
            <a:endParaRPr lang="en-US" sz="2000"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cs typeface="Arial"/>
              </a:rPr>
              <a:t>We dropped the features we thought we unimportant to reduce the noise in our model.</a:t>
            </a:r>
          </a:p>
          <a:p>
            <a:pPr marL="285750" indent="-285750">
              <a:buFont typeface="Arial"/>
              <a:buChar char="•"/>
            </a:pPr>
            <a:endParaRPr lang="en-US" sz="2000"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cs typeface="Arial"/>
              </a:rPr>
              <a:t>We finished with 9 features in total in our main dataset.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/>
          <p:cNvSpPr/>
          <p:nvPr/>
        </p:nvSpPr>
        <p:spPr>
          <a:xfrm>
            <a:off x="630936" y="274320"/>
            <a:ext cx="7886700" cy="994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91440" rIns="91440" bIns="91440" anchor="ctr">
            <a:normAutofit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  <a:tabLst>
                <a:tab pos="0" algn="l"/>
              </a:tabLst>
            </a:pPr>
            <a:r>
              <a:rPr lang="en-US" sz="2700" b="1" u="none" strike="noStrike" kern="1200">
                <a:solidFill>
                  <a:schemeClr val="dk1"/>
                </a:solidFill>
                <a:effectLst/>
                <a:uFillTx/>
              </a:rPr>
              <a:t>Why These  Features?</a:t>
            </a:r>
            <a:endParaRPr lang="en-US" sz="2700" kern="1200">
              <a:solidFill>
                <a:schemeClr val="dk1"/>
              </a:solidFill>
              <a:cs typeface="Arial"/>
            </a:endParaRPr>
          </a:p>
        </p:txBody>
      </p:sp>
      <p:graphicFrame>
        <p:nvGraphicFramePr>
          <p:cNvPr id="76" name="TextBox 2">
            <a:extLst>
              <a:ext uri="{FF2B5EF4-FFF2-40B4-BE49-F238E27FC236}">
                <a16:creationId xmlns:a16="http://schemas.microsoft.com/office/drawing/2014/main" id="{9E8A2A5B-9F10-2CC3-FA28-39A0A224E1E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45669870"/>
              </p:ext>
            </p:extLst>
          </p:nvPr>
        </p:nvGraphicFramePr>
        <p:xfrm>
          <a:off x="630936" y="1459230"/>
          <a:ext cx="7886700" cy="32644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225;p28"/>
          <p:cNvSpPr/>
          <p:nvPr/>
        </p:nvSpPr>
        <p:spPr>
          <a:xfrm>
            <a:off x="118440" y="1296260"/>
            <a:ext cx="8914588" cy="3400611"/>
          </a:xfrm>
          <a:prstGeom prst="roundRect">
            <a:avLst>
              <a:gd name="adj" fmla="val 5521"/>
            </a:avLst>
          </a:prstGeom>
          <a:noFill/>
          <a:ln w="9525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723960" y="457200"/>
            <a:ext cx="770544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Step </a:t>
            </a:r>
            <a:r>
              <a:rPr lang="en-US" sz="2700" b="1">
                <a:solidFill>
                  <a:schemeClr val="dk1"/>
                </a:solidFill>
                <a:latin typeface="Manrope"/>
                <a:ea typeface="Manrope"/>
              </a:rPr>
              <a:t>2 </a:t>
            </a:r>
            <a:r>
              <a:rPr lang="en-US" sz="2700" b="1" u="none" strike="noStrik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- </a:t>
            </a:r>
            <a:r>
              <a:rPr lang="en-US" sz="2700" b="1">
                <a:solidFill>
                  <a:schemeClr val="dk1"/>
                </a:solidFill>
                <a:latin typeface="Manrope"/>
                <a:ea typeface="Manrope"/>
              </a:rPr>
              <a:t>Dataset merging</a:t>
            </a:r>
            <a:endParaRPr lang="fr-FR" sz="2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subTitle"/>
          </p:nvPr>
        </p:nvSpPr>
        <p:spPr>
          <a:xfrm>
            <a:off x="495864" y="1449921"/>
            <a:ext cx="8178516" cy="3034968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285750" indent="-285750">
              <a:lnSpc>
                <a:spcPct val="150000"/>
              </a:lnSpc>
              <a:buFont typeface="Arial"/>
              <a:buChar char="•"/>
              <a:tabLst>
                <a:tab pos="0" algn="l"/>
              </a:tabLst>
            </a:pPr>
            <a:r>
              <a:rPr lang="en-US" sz="1800">
                <a:solidFill>
                  <a:srgbClr val="FFFFFF"/>
                </a:solidFill>
                <a:latin typeface="OpenSymbol"/>
              </a:rPr>
              <a:t>We started with three datasets with a combined 2862 rows with the highest feature count being 15</a:t>
            </a:r>
            <a:endParaRPr lang="en-US" sz="1800">
              <a:cs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US" sz="1800">
              <a:solidFill>
                <a:srgbClr val="FFFFFF"/>
              </a:solidFill>
              <a:latin typeface="OpenSymbol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  <a:tabLst>
                <a:tab pos="0" algn="l"/>
              </a:tabLst>
            </a:pPr>
            <a:r>
              <a:rPr lang="en-US" sz="1800">
                <a:solidFill>
                  <a:srgbClr val="FFFFFF"/>
                </a:solidFill>
                <a:latin typeface="OpenSymbol"/>
              </a:rPr>
              <a:t>For 2 of the datasets, we had to rename features to standardize them and change categorical data to numerics (strings to 1 or 0).</a:t>
            </a:r>
            <a:endParaRPr lang="en-US" sz="1800">
              <a:cs typeface="Arial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  <a:tabLst>
                <a:tab pos="0" algn="l"/>
              </a:tabLst>
            </a:pPr>
            <a:endParaRPr lang="en-US" sz="1800">
              <a:solidFill>
                <a:srgbClr val="FFFFFF"/>
              </a:solidFill>
              <a:latin typeface="OpenSymbol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  <a:tabLst>
                <a:tab pos="0" algn="l"/>
              </a:tabLst>
            </a:pPr>
            <a:r>
              <a:rPr lang="en-US" sz="1800">
                <a:solidFill>
                  <a:srgbClr val="FFFFFF"/>
                </a:solidFill>
                <a:latin typeface="OpenSymbol"/>
              </a:rPr>
              <a:t>We combined all three datasets with our 9 chosen features while dropping the rest.</a:t>
            </a:r>
            <a:endParaRPr lang="en-US" sz="1800">
              <a:cs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US" sz="1100">
              <a:solidFill>
                <a:srgbClr val="FFFFFF"/>
              </a:solidFill>
              <a:latin typeface="OpenSymbo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US" sz="1100">
              <a:solidFill>
                <a:srgbClr val="FFFFFF"/>
              </a:solidFill>
              <a:latin typeface="OpenSymbo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 78"/>
          <p:cNvSpPr/>
          <p:nvPr/>
        </p:nvSpPr>
        <p:spPr>
          <a:xfrm>
            <a:off x="476280" y="1945539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t">
            <a:normAutofit/>
          </a:bodyPr>
          <a:lstStyle/>
          <a:p>
            <a:pPr algn="ctr">
              <a:tabLst>
                <a:tab pos="0" algn="l"/>
              </a:tabLst>
            </a:pPr>
            <a:r>
              <a:rPr lang="en-US" sz="4000" b="1" u="none" strike="noStrike">
                <a:solidFill>
                  <a:schemeClr val="dk1"/>
                </a:solidFill>
                <a:effectLst/>
                <a:uFillTx/>
                <a:latin typeface="Manrope"/>
              </a:rPr>
              <a:t>Step </a:t>
            </a:r>
            <a:r>
              <a:rPr lang="en-US" sz="4000" b="1">
                <a:solidFill>
                  <a:schemeClr val="dk1"/>
                </a:solidFill>
                <a:latin typeface="Manrope"/>
              </a:rPr>
              <a:t>3 </a:t>
            </a:r>
            <a:r>
              <a:rPr lang="en-US" sz="4000" b="1" u="none" strike="noStrike">
                <a:solidFill>
                  <a:schemeClr val="dk1"/>
                </a:solidFill>
                <a:effectLst/>
                <a:uFillTx/>
                <a:latin typeface="Manrope"/>
              </a:rPr>
              <a:t>- Data Cleaning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OpenSymbol"/>
            </a:endParaRPr>
          </a:p>
        </p:txBody>
      </p:sp>
      <p:pic>
        <p:nvPicPr>
          <p:cNvPr id="80" name="image69a0b9e91805a" descr="image69a0b9e91805e"/>
          <p:cNvPicPr/>
          <p:nvPr/>
        </p:nvPicPr>
        <p:blipFill>
          <a:blip r:embed="rId2"/>
          <a:stretch/>
        </p:blipFill>
        <p:spPr>
          <a:xfrm>
            <a:off x="4783376" y="352295"/>
            <a:ext cx="3960997" cy="4618793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78DA1-310D-798B-81E3-92B93C407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274320"/>
            <a:ext cx="7886700" cy="994410"/>
          </a:xfrm>
        </p:spPr>
        <p:txBody>
          <a:bodyPr anchor="ctr">
            <a:normAutofit/>
          </a:bodyPr>
          <a:lstStyle/>
          <a:p>
            <a:r>
              <a:rPr lang="en-US" sz="2700">
                <a:solidFill>
                  <a:schemeClr val="dk1"/>
                </a:solidFill>
              </a:rPr>
              <a:t>Cholesterol data cleaning</a:t>
            </a:r>
            <a:endParaRPr lang="en-US">
              <a:cs typeface="Arial"/>
            </a:endParaRPr>
          </a:p>
        </p:txBody>
      </p:sp>
      <p:graphicFrame>
        <p:nvGraphicFramePr>
          <p:cNvPr id="6" name="Text Placeholder 2">
            <a:extLst>
              <a:ext uri="{FF2B5EF4-FFF2-40B4-BE49-F238E27FC236}">
                <a16:creationId xmlns:a16="http://schemas.microsoft.com/office/drawing/2014/main" id="{03B6EBFB-43A7-8C72-BD9C-1FDFEE54535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21899986"/>
              </p:ext>
            </p:extLst>
          </p:nvPr>
        </p:nvGraphicFramePr>
        <p:xfrm>
          <a:off x="630936" y="1459230"/>
          <a:ext cx="7886700" cy="32644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704817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0658E-7811-5040-2533-9B9DFD3BB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2700">
                <a:cs typeface="Arial"/>
              </a:rPr>
              <a:t>Selecting the best rows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7E2B7A-53A4-1CAC-2ADF-8B3B72F15A74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458535" y="1516632"/>
            <a:ext cx="8229240" cy="3332407"/>
          </a:xfrm>
        </p:spPr>
        <p:txBody>
          <a:bodyPr lIns="91440" tIns="91440" rIns="91440" bIns="91440" anchor="t">
            <a:no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800">
                <a:cs typeface="Arial"/>
              </a:rPr>
              <a:t>Since there were many rows that were missing data for key features.</a:t>
            </a:r>
          </a:p>
          <a:p>
            <a:pPr marL="285750" indent="-285750">
              <a:buFont typeface="Arial"/>
              <a:buChar char="•"/>
            </a:pPr>
            <a:endParaRPr lang="en-US" sz="2800"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800">
                <a:cs typeface="Arial"/>
              </a:rPr>
              <a:t>We decided to filter the rows in our main data set, dropping the rows that were missing values.</a:t>
            </a:r>
          </a:p>
          <a:p>
            <a:pPr marL="285750" indent="-285750">
              <a:buFont typeface="Arial"/>
              <a:buChar char="•"/>
            </a:pPr>
            <a:endParaRPr lang="en-US" sz="2800"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800">
                <a:cs typeface="Arial"/>
              </a:rPr>
              <a:t>Out of 2862 rows we decided to keep 918.</a:t>
            </a:r>
            <a:r>
              <a:rPr lang="en-US" sz="2400">
                <a:cs typeface="Arial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277924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 80"/>
          <p:cNvSpPr/>
          <p:nvPr/>
        </p:nvSpPr>
        <p:spPr>
          <a:xfrm>
            <a:off x="268462" y="488952"/>
            <a:ext cx="3619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t">
            <a:normAutofit/>
          </a:bodyPr>
          <a:lstStyle/>
          <a:p>
            <a:pPr algn="ctr">
              <a:tabLst>
                <a:tab pos="0" algn="l"/>
              </a:tabLst>
            </a:pPr>
            <a:r>
              <a:rPr lang="en-US" sz="2700" b="1" u="none" strike="noStrike">
                <a:solidFill>
                  <a:schemeClr val="dk1"/>
                </a:solidFill>
                <a:effectLst/>
                <a:uFillTx/>
                <a:latin typeface="Manrope"/>
              </a:rPr>
              <a:t>Data Shuffling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2" name="Rectangle 81"/>
          <p:cNvSpPr/>
          <p:nvPr/>
        </p:nvSpPr>
        <p:spPr>
          <a:xfrm>
            <a:off x="476280" y="1905120"/>
            <a:ext cx="3619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83" name="image69a0b9e929032" descr="image69a0b9e929037"/>
          <p:cNvPicPr/>
          <p:nvPr/>
        </p:nvPicPr>
        <p:blipFill>
          <a:blip r:embed="rId2"/>
          <a:stretch/>
        </p:blipFill>
        <p:spPr>
          <a:xfrm>
            <a:off x="4290164" y="281835"/>
            <a:ext cx="4571640" cy="457965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0BD8CA8-CF70-845A-AF5A-E8E832765F12}"/>
              </a:ext>
            </a:extLst>
          </p:cNvPr>
          <p:cNvSpPr txBox="1"/>
          <p:nvPr/>
        </p:nvSpPr>
        <p:spPr>
          <a:xfrm>
            <a:off x="271067" y="1222301"/>
            <a:ext cx="3884655" cy="37548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000">
                <a:cs typeface="Arial"/>
              </a:rPr>
              <a:t>Rather than leaving the row order as it was when the 3 datasets were merged.</a:t>
            </a:r>
          </a:p>
          <a:p>
            <a:pPr marL="285750" indent="-285750">
              <a:buFont typeface="Arial"/>
              <a:buChar char="•"/>
            </a:pPr>
            <a:endParaRPr lang="en-US" sz="2000"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cs typeface="Arial"/>
              </a:rPr>
              <a:t>We decided to shuffle the data with a set random seed.</a:t>
            </a:r>
          </a:p>
          <a:p>
            <a:pPr marL="285750" indent="-285750">
              <a:buFont typeface="Arial"/>
              <a:buChar char="•"/>
            </a:pPr>
            <a:endParaRPr lang="en-US" sz="2000"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cs typeface="Arial"/>
              </a:rPr>
              <a:t>This removes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>
                <a:cs typeface="Arial"/>
              </a:rPr>
              <a:t>the risk of bias when splitting the rows into training, validation, and testing sets.</a:t>
            </a:r>
          </a:p>
          <a:p>
            <a:endParaRPr lang="en-US"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83"/>
          <p:cNvSpPr/>
          <p:nvPr/>
        </p:nvSpPr>
        <p:spPr>
          <a:xfrm>
            <a:off x="386473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t">
            <a:normAutofit/>
          </a:bodyPr>
          <a:lstStyle/>
          <a:p>
            <a:pPr algn="ctr">
              <a:tabLst>
                <a:tab pos="0" algn="l"/>
              </a:tabLst>
            </a:pPr>
            <a:r>
              <a:rPr lang="en-GB" sz="2700" b="1" u="none" strike="noStrike">
                <a:solidFill>
                  <a:schemeClr val="dk1"/>
                </a:solidFill>
                <a:effectLst/>
                <a:uFillTx/>
                <a:latin typeface="Manrope"/>
              </a:rPr>
              <a:t>Data Quality - Before vs After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2" name="Picture 1" descr="A computer screen shot of a computer code&#10;&#10;AI-generated content may be incorrect.">
            <a:extLst>
              <a:ext uri="{FF2B5EF4-FFF2-40B4-BE49-F238E27FC236}">
                <a16:creationId xmlns:a16="http://schemas.microsoft.com/office/drawing/2014/main" id="{7907F891-3E00-7DA0-C2F8-82BB1DAD6E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163" y="1430338"/>
            <a:ext cx="7210425" cy="1552575"/>
          </a:xfrm>
          <a:prstGeom prst="rect">
            <a:avLst/>
          </a:prstGeom>
        </p:spPr>
      </p:pic>
      <p:pic>
        <p:nvPicPr>
          <p:cNvPr id="3" name="Picture 2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D4BAFD8C-118D-7AAA-671F-2FF6A0D596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50" y="3282950"/>
            <a:ext cx="7207250" cy="1395412"/>
          </a:xfrm>
          <a:prstGeom prst="rect">
            <a:avLst/>
          </a:prstGeom>
        </p:spPr>
      </p:pic>
      <p:sp>
        <p:nvSpPr>
          <p:cNvPr id="5" name="Google Shape;225;p28">
            <a:extLst>
              <a:ext uri="{FF2B5EF4-FFF2-40B4-BE49-F238E27FC236}">
                <a16:creationId xmlns:a16="http://schemas.microsoft.com/office/drawing/2014/main" id="{ADA59AB3-441F-EB7B-D260-E531C6C7BAE5}"/>
              </a:ext>
            </a:extLst>
          </p:cNvPr>
          <p:cNvSpPr/>
          <p:nvPr/>
        </p:nvSpPr>
        <p:spPr>
          <a:xfrm>
            <a:off x="665446" y="1285085"/>
            <a:ext cx="7690283" cy="1794484"/>
          </a:xfrm>
          <a:prstGeom prst="roundRect">
            <a:avLst>
              <a:gd name="adj" fmla="val 5521"/>
            </a:avLst>
          </a:prstGeom>
          <a:noFill/>
          <a:ln w="9525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" name="Google Shape;225;p28">
            <a:extLst>
              <a:ext uri="{FF2B5EF4-FFF2-40B4-BE49-F238E27FC236}">
                <a16:creationId xmlns:a16="http://schemas.microsoft.com/office/drawing/2014/main" id="{3AF701D7-01D8-A182-23DD-BBE823429FC2}"/>
              </a:ext>
            </a:extLst>
          </p:cNvPr>
          <p:cNvSpPr/>
          <p:nvPr/>
        </p:nvSpPr>
        <p:spPr>
          <a:xfrm>
            <a:off x="665445" y="3187363"/>
            <a:ext cx="7502505" cy="1688349"/>
          </a:xfrm>
          <a:prstGeom prst="roundRect">
            <a:avLst>
              <a:gd name="adj" fmla="val 5521"/>
            </a:avLst>
          </a:prstGeom>
          <a:noFill/>
          <a:ln w="9525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1C522-01DB-F35F-46A5-A6A44BE47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225;p28">
            <a:extLst>
              <a:ext uri="{FF2B5EF4-FFF2-40B4-BE49-F238E27FC236}">
                <a16:creationId xmlns:a16="http://schemas.microsoft.com/office/drawing/2014/main" id="{83D83A09-7541-8423-083D-9528A7EC5E6E}"/>
              </a:ext>
            </a:extLst>
          </p:cNvPr>
          <p:cNvSpPr/>
          <p:nvPr/>
        </p:nvSpPr>
        <p:spPr>
          <a:xfrm>
            <a:off x="118440" y="1505520"/>
            <a:ext cx="8906760" cy="3157920"/>
          </a:xfrm>
          <a:prstGeom prst="roundRect">
            <a:avLst>
              <a:gd name="adj" fmla="val 5521"/>
            </a:avLst>
          </a:prstGeom>
          <a:noFill/>
          <a:ln w="9525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4" name="PlaceHolder 1">
            <a:extLst>
              <a:ext uri="{FF2B5EF4-FFF2-40B4-BE49-F238E27FC236}">
                <a16:creationId xmlns:a16="http://schemas.microsoft.com/office/drawing/2014/main" id="{CE27C381-C27E-B21D-2531-6FC2EFDF1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60" y="457200"/>
            <a:ext cx="770544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200" b="1">
                <a:solidFill>
                  <a:schemeClr val="dk1"/>
                </a:solidFill>
                <a:latin typeface="Manrope"/>
              </a:rPr>
              <a:t>Conclusion</a:t>
            </a:r>
            <a:endParaRPr lang="en-US" sz="3200" b="1" u="none" strike="noStrike">
              <a:solidFill>
                <a:schemeClr val="dk1"/>
              </a:solidFill>
              <a:effectLst/>
              <a:uFillTx/>
              <a:latin typeface="Manrope"/>
            </a:endParaRPr>
          </a:p>
        </p:txBody>
      </p:sp>
      <p:sp>
        <p:nvSpPr>
          <p:cNvPr id="95" name="PlaceHolder 2">
            <a:extLst>
              <a:ext uri="{FF2B5EF4-FFF2-40B4-BE49-F238E27FC236}">
                <a16:creationId xmlns:a16="http://schemas.microsoft.com/office/drawing/2014/main" id="{431B67A0-6395-BC73-CF37-6C9D83149826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726052" y="1632092"/>
            <a:ext cx="7762680" cy="2619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171450" indent="-171450">
              <a:lnSpc>
                <a:spcPct val="150000"/>
              </a:lnSpc>
              <a:buFont typeface="Arial"/>
              <a:buChar char="•"/>
              <a:tabLst>
                <a:tab pos="0" algn="l"/>
              </a:tabLst>
            </a:pPr>
            <a:r>
              <a:rPr lang="en-US" sz="2200">
                <a:solidFill>
                  <a:srgbClr val="FFFFFF"/>
                </a:solidFill>
                <a:latin typeface="OpenSymbol"/>
              </a:rPr>
              <a:t>We have properly prepared our data for model training, testing, and validation.</a:t>
            </a:r>
            <a:endParaRPr lang="en-US" sz="2200" dirty="0">
              <a:solidFill>
                <a:srgbClr val="FFFFFF"/>
              </a:solidFill>
              <a:latin typeface="OpenSymbol"/>
            </a:endParaRPr>
          </a:p>
          <a:p>
            <a:pPr marL="171450" indent="-171450">
              <a:lnSpc>
                <a:spcPct val="150000"/>
              </a:lnSpc>
              <a:buFont typeface="Arial"/>
              <a:buChar char="•"/>
              <a:tabLst>
                <a:tab pos="0" algn="l"/>
              </a:tabLst>
            </a:pPr>
            <a:r>
              <a:rPr lang="en-US" sz="2200">
                <a:solidFill>
                  <a:srgbClr val="FFFFFF"/>
                </a:solidFill>
                <a:latin typeface="OpenSymbol"/>
              </a:rPr>
              <a:t>We have learned a lot about all the aspects of data preparation.</a:t>
            </a:r>
            <a:endParaRPr lang="en-US" sz="2200" dirty="0">
              <a:solidFill>
                <a:srgbClr val="FFFFFF"/>
              </a:solidFill>
              <a:latin typeface="OpenSymbol"/>
            </a:endParaRPr>
          </a:p>
          <a:p>
            <a:pPr marL="171450" indent="-171450">
              <a:lnSpc>
                <a:spcPct val="150000"/>
              </a:lnSpc>
              <a:buFont typeface="Arial"/>
              <a:buChar char="•"/>
              <a:tabLst>
                <a:tab pos="0" algn="l"/>
              </a:tabLst>
            </a:pPr>
            <a:r>
              <a:rPr lang="en-US" sz="2200" dirty="0">
                <a:solidFill>
                  <a:srgbClr val="FFFFFF"/>
                </a:solidFill>
                <a:latin typeface="OpenSymbol"/>
              </a:rPr>
              <a:t>From feature selection to database merging and finally </a:t>
            </a:r>
            <a:r>
              <a:rPr lang="en-US" sz="2200">
                <a:solidFill>
                  <a:srgbClr val="FFFFFF"/>
                </a:solidFill>
                <a:latin typeface="OpenSymbol"/>
              </a:rPr>
              <a:t>data cleaning.</a:t>
            </a:r>
            <a:endParaRPr lang="en-US" sz="2200" dirty="0">
              <a:solidFill>
                <a:srgbClr val="FFFFFF"/>
              </a:solidFill>
              <a:latin typeface="OpenSymbo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US" sz="1200" dirty="0">
              <a:solidFill>
                <a:srgbClr val="FFFFFF"/>
              </a:solidFill>
              <a:latin typeface="OpenSymbol"/>
            </a:endParaRPr>
          </a:p>
        </p:txBody>
      </p:sp>
    </p:spTree>
    <p:extLst>
      <p:ext uri="{BB962C8B-B14F-4D97-AF65-F5344CB8AC3E}">
        <p14:creationId xmlns:p14="http://schemas.microsoft.com/office/powerpoint/2010/main" val="736397861"/>
      </p:ext>
    </p:extLst>
  </p:cSld>
  <p:clrMapOvr>
    <a:masterClrMapping/>
  </p:clrMapOvr>
</p:sld>
</file>

<file path=ppt/theme/theme1.xml><?xml version="1.0" encoding="utf-8"?>
<a:theme xmlns:a="http://schemas.openxmlformats.org/drawingml/2006/main" name="Computer Architecture by Slidesgo">
  <a:themeElements>
    <a:clrScheme name="Simple Light">
      <a:dk1>
        <a:srgbClr val="FFFFFF"/>
      </a:dk1>
      <a:lt1>
        <a:srgbClr val="0E0E0E"/>
      </a:lt1>
      <a:dk2>
        <a:srgbClr val="FFFFFF"/>
      </a:dk2>
      <a:lt2>
        <a:srgbClr val="222222"/>
      </a:lt2>
      <a:accent1>
        <a:srgbClr val="D9D9D9"/>
      </a:accent1>
      <a:accent2>
        <a:srgbClr val="00FFA4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On-screen Show (16:9)</PresentationFormat>
  <Slides>11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Computer Architecture by Slidesgo</vt:lpstr>
      <vt:lpstr>DATA EXPLORATION,  PREPARATION, AND CLEANING</vt:lpstr>
      <vt:lpstr>Source Datasets</vt:lpstr>
      <vt:lpstr>PowerPoint Presentation</vt:lpstr>
      <vt:lpstr>PowerPoint Presentation</vt:lpstr>
      <vt:lpstr>Step 2 - Dataset merging</vt:lpstr>
      <vt:lpstr>PowerPoint Presentation</vt:lpstr>
      <vt:lpstr>Cholesterol data cleaning</vt:lpstr>
      <vt:lpstr>Selecting the best rows</vt:lpstr>
      <vt:lpstr>PowerPoint Presentation</vt:lpstr>
      <vt:lpstr>PowerPoint Presentation</vt:lpstr>
      <vt:lpstr>Conclusion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17</cp:revision>
  <dcterms:modified xsi:type="dcterms:W3CDTF">2026-03-05T09:58:20Z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2026-02-26T21:23:43Z</dcterms:created>
  <dc:creator>Unknown Creator</dc:creator>
  <dc:description/>
  <dc:language>en-US</dc:language>
  <cp:lastModifiedBy>Unknown Creator</cp:lastModifiedBy>
  <dcterms:modified xsi:type="dcterms:W3CDTF">2026-02-26T21:23:43Z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