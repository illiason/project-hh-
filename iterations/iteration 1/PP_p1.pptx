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7" Type="http://schemas.openxmlformats.org/officedocument/2006/relationships/metadata/core-properties" Target="docProps/core0.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50" r:id="rId5"/>
    <p:sldMasterId id="2147483660" r:id="rId6"/>
    <p:sldMasterId id="2147483674" r:id="rId7"/>
  </p:sldMasterIdLst>
  <p:sldIdLst>
    <p:sldId id="256" r:id="rId8"/>
    <p:sldId id="257" r:id="rId9"/>
    <p:sldId id="258" r:id="rId10"/>
    <p:sldId id="259" r:id="rId11"/>
    <p:sldId id="260" r:id="rId12"/>
    <p:sldId id="261" r:id="rId13"/>
    <p:sldId id="262" r:id="rId14"/>
    <p:sldId id="263" r:id="rId15"/>
    <p:sldId id="264" r:id="rId16"/>
    <p:sldId id="265" r:id="rId17"/>
    <p:sldId id="266" r:id="rId18"/>
    <p:sldId id="268" r:id="rId1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tableStyles" Target="tableStyles.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bit.ly/2TyoMsr" TargetMode="External"/><Relationship Id="rId7" Type="http://schemas.openxmlformats.org/officeDocument/2006/relationships/image" Target="../media/image3.png"/><Relationship Id="rId2" Type="http://schemas.openxmlformats.org/officeDocument/2006/relationships/hyperlink" Target="http://bit.ly/2Tynxth" TargetMode="External"/><Relationship Id="rId1" Type="http://schemas.openxmlformats.org/officeDocument/2006/relationships/slideMaster" Target="../slideMasters/slideMaster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bit.ly/2TtBDfr"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bit.ly/2TyoMsr" TargetMode="External"/><Relationship Id="rId7" Type="http://schemas.openxmlformats.org/officeDocument/2006/relationships/image" Target="../media/image3.png"/><Relationship Id="rId2" Type="http://schemas.openxmlformats.org/officeDocument/2006/relationships/hyperlink" Target="http://bit.ly/2Tynxth" TargetMode="External"/><Relationship Id="rId1" Type="http://schemas.openxmlformats.org/officeDocument/2006/relationships/slideMaster" Target="../slideMasters/slideMaster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bit.ly/2TtBDfr"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3.xml"/><Relationship Id="rId4"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8" name="PlaceHolder 1"/>
          <p:cNvSpPr>
            <a:spLocks noGrp="1"/>
          </p:cNvSpPr>
          <p:nvPr>
            <p:ph type="title"/>
          </p:nvPr>
        </p:nvSpPr>
        <p:spPr>
          <a:xfrm>
            <a:off x="2125800" y="723600"/>
            <a:ext cx="4892040" cy="1158120"/>
          </a:xfrm>
          <a:prstGeom prst="rect">
            <a:avLst/>
          </a:prstGeom>
          <a:noFill/>
          <a:ln w="0">
            <a:noFill/>
          </a:ln>
        </p:spPr>
        <p:txBody>
          <a:bodyPr lIns="0" tIns="0" rIns="0" bIns="0" anchor="ctr">
            <a:spAutoFit/>
          </a:bodyPr>
          <a:lstStyle/>
          <a:p>
            <a:pPr indent="0">
              <a:buNone/>
            </a:pPr>
            <a:endParaRPr lang="fr-FR" sz="1800" b="0" u="none" strike="noStrike">
              <a:solidFill>
                <a:schemeClr val="dk1"/>
              </a:solidFill>
              <a:effectLst/>
              <a:uFillTx/>
              <a:latin typeface="Arial"/>
            </a:endParaRPr>
          </a:p>
        </p:txBody>
      </p:sp>
      <p:sp>
        <p:nvSpPr>
          <p:cNvPr id="9" name="PlaceHolder 2"/>
          <p:cNvSpPr>
            <a:spLocks noGrp="1"/>
          </p:cNvSpPr>
          <p:nvPr>
            <p:ph type="subTitle"/>
          </p:nvPr>
        </p:nvSpPr>
        <p:spPr>
          <a:xfrm>
            <a:off x="457200" y="1203480"/>
            <a:ext cx="8229240" cy="2982960"/>
          </a:xfrm>
          <a:prstGeom prst="rect">
            <a:avLst/>
          </a:prstGeom>
          <a:noFill/>
          <a:ln w="0">
            <a:noFill/>
          </a:ln>
        </p:spPr>
        <p:txBody>
          <a:bodyPr lIns="0" tIns="0" rIns="0" bIns="0" anchor="ctr">
            <a:spAutoFit/>
          </a:bodyPr>
          <a:lstStyle/>
          <a:p>
            <a:pPr indent="0" algn="ctr">
              <a:buNone/>
            </a:pPr>
            <a:endParaRPr lang="en-US" sz="3200" b="0" u="none" strike="noStrike">
              <a:solidFill>
                <a:srgbClr val="000000"/>
              </a:solidFill>
              <a:effectLst/>
              <a:uFillTx/>
              <a:latin typeface="OpenSymbo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lt1"/>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2043360" y="1699560"/>
            <a:ext cx="5056920" cy="1063800"/>
          </a:xfrm>
          <a:prstGeom prst="rect">
            <a:avLst/>
          </a:prstGeom>
          <a:noFill/>
          <a:ln w="0">
            <a:noFill/>
          </a:ln>
        </p:spPr>
        <p:txBody>
          <a:bodyPr lIns="91440" tIns="91440" rIns="91440" bIns="91440" anchor="b">
            <a:noAutofit/>
          </a:bodyPr>
          <a:lstStyle/>
          <a:p>
            <a:pPr indent="0" algn="ctr">
              <a:lnSpc>
                <a:spcPct val="100000"/>
              </a:lnSpc>
              <a:buNone/>
            </a:pPr>
            <a:r>
              <a:rPr lang="fr-FR" sz="6000" b="1" u="none" strike="noStrike">
                <a:solidFill>
                  <a:schemeClr val="dk1"/>
                </a:solidFill>
                <a:effectLst/>
                <a:uFillTx/>
                <a:latin typeface="Raleway"/>
                <a:ea typeface="Raleway"/>
              </a:rPr>
              <a:t>xx%</a:t>
            </a:r>
            <a:endParaRPr lang="fr-FR" sz="6000" b="0" u="none" strike="noStrike">
              <a:solidFill>
                <a:schemeClr val="dk1"/>
              </a:solidFill>
              <a:effectLst/>
              <a:uFillTx/>
              <a:latin typeface="Arial"/>
            </a:endParaRPr>
          </a:p>
        </p:txBody>
      </p:sp>
      <p:sp>
        <p:nvSpPr>
          <p:cNvPr id="11" name="Google Shape;70;p11"/>
          <p:cNvSpPr/>
          <p:nvPr/>
        </p:nvSpPr>
        <p:spPr>
          <a:xfrm>
            <a:off x="-1493640" y="1642320"/>
            <a:ext cx="2890440" cy="3619800"/>
          </a:xfrm>
          <a:prstGeom prst="round2SameRect">
            <a:avLst>
              <a:gd name="adj1" fmla="val 50000"/>
              <a:gd name="adj2" fmla="val 0"/>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grpSp>
        <p:nvGrpSpPr>
          <p:cNvPr id="12" name="Google Shape;71;p11"/>
          <p:cNvGrpSpPr/>
          <p:nvPr/>
        </p:nvGrpSpPr>
        <p:grpSpPr>
          <a:xfrm>
            <a:off x="-3010320" y="-2377800"/>
            <a:ext cx="14501520" cy="9579240"/>
            <a:chOff x="-3010320" y="-2377800"/>
            <a:chExt cx="14501520" cy="9579240"/>
          </a:xfrm>
        </p:grpSpPr>
        <p:pic>
          <p:nvPicPr>
            <p:cNvPr id="13" name="Google Shape;72;p11"/>
            <p:cNvPicPr/>
            <p:nvPr/>
          </p:nvPicPr>
          <p:blipFill>
            <a:blip r:embed="rId2">
              <a:alphaModFix amt="67000"/>
            </a:blip>
            <a:srcRect l="5148" r="5141"/>
            <a:stretch/>
          </p:blipFill>
          <p:spPr>
            <a:xfrm rot="1800000">
              <a:off x="7194960" y="2329560"/>
              <a:ext cx="3453480" cy="4295880"/>
            </a:xfrm>
            <a:prstGeom prst="rect">
              <a:avLst/>
            </a:prstGeom>
            <a:noFill/>
            <a:ln w="0">
              <a:noFill/>
            </a:ln>
          </p:spPr>
        </p:pic>
        <p:pic>
          <p:nvPicPr>
            <p:cNvPr id="14" name="Google Shape;73;p11"/>
            <p:cNvPicPr/>
            <p:nvPr/>
          </p:nvPicPr>
          <p:blipFill>
            <a:blip r:embed="rId3"/>
            <a:stretch/>
          </p:blipFill>
          <p:spPr>
            <a:xfrm>
              <a:off x="5366880" y="3171240"/>
              <a:ext cx="4082760" cy="3464640"/>
            </a:xfrm>
            <a:prstGeom prst="rect">
              <a:avLst/>
            </a:prstGeom>
            <a:noFill/>
            <a:ln w="0">
              <a:noFill/>
            </a:ln>
          </p:spPr>
        </p:pic>
        <p:pic>
          <p:nvPicPr>
            <p:cNvPr id="15" name="Google Shape;74;p11"/>
            <p:cNvPicPr/>
            <p:nvPr/>
          </p:nvPicPr>
          <p:blipFill>
            <a:blip r:embed="rId4">
              <a:alphaModFix amt="49000"/>
            </a:blip>
            <a:srcRect l="-2360" t="1001" r="-677" b="-1001"/>
            <a:stretch/>
          </p:blipFill>
          <p:spPr>
            <a:xfrm rot="2434200">
              <a:off x="-2030040" y="-1708560"/>
              <a:ext cx="3673080" cy="4371840"/>
            </a:xfrm>
            <a:prstGeom prst="rect">
              <a:avLst/>
            </a:prstGeom>
            <a:noFill/>
            <a:ln w="0">
              <a:noFill/>
            </a:ln>
          </p:spPr>
        </p:pic>
      </p:grpSp>
      <p:sp>
        <p:nvSpPr>
          <p:cNvPr id="16" name="Google Shape;75;p11"/>
          <p:cNvSpPr/>
          <p:nvPr/>
        </p:nvSpPr>
        <p:spPr>
          <a:xfrm>
            <a:off x="7457040" y="289800"/>
            <a:ext cx="2296800" cy="67536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ONE_COLUMN_TEXT_1">
    <p:bg>
      <p:bgPr>
        <a:solidFill>
          <a:schemeClr val="lt1"/>
        </a:solidFill>
        <a:effectLst/>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923760" y="1249200"/>
            <a:ext cx="4889520" cy="1322280"/>
          </a:xfrm>
          <a:prstGeom prst="rect">
            <a:avLst/>
          </a:prstGeom>
          <a:noFill/>
          <a:ln w="0">
            <a:noFill/>
          </a:ln>
        </p:spPr>
        <p:txBody>
          <a:bodyPr lIns="91440" tIns="91440" rIns="91440" bIns="91440" anchor="b">
            <a:noAutofit/>
          </a:bodyPr>
          <a:lstStyle/>
          <a:p>
            <a:pPr indent="0">
              <a:buNone/>
            </a:pPr>
            <a:r>
              <a:rPr lang="fr-FR" sz="4000" b="0" u="none" strike="noStrike">
                <a:solidFill>
                  <a:schemeClr val="dk1"/>
                </a:solidFill>
                <a:effectLst/>
                <a:uFillTx/>
                <a:latin typeface="Arial"/>
              </a:rPr>
              <a:t>Click to edit the title text format</a:t>
            </a:r>
          </a:p>
        </p:txBody>
      </p:sp>
      <p:grpSp>
        <p:nvGrpSpPr>
          <p:cNvPr id="31" name="Google Shape;98;p14"/>
          <p:cNvGrpSpPr/>
          <p:nvPr/>
        </p:nvGrpSpPr>
        <p:grpSpPr>
          <a:xfrm>
            <a:off x="-991800" y="-1481400"/>
            <a:ext cx="11997720" cy="8640720"/>
            <a:chOff x="-991800" y="-1481400"/>
            <a:chExt cx="11997720" cy="8640720"/>
          </a:xfrm>
        </p:grpSpPr>
        <p:pic>
          <p:nvPicPr>
            <p:cNvPr id="32" name="Google Shape;99;p14"/>
            <p:cNvPicPr/>
            <p:nvPr/>
          </p:nvPicPr>
          <p:blipFill>
            <a:blip r:embed="rId2">
              <a:alphaModFix amt="61000"/>
            </a:blip>
            <a:stretch/>
          </p:blipFill>
          <p:spPr>
            <a:xfrm rot="1800000">
              <a:off x="6252120" y="4024080"/>
              <a:ext cx="3297600" cy="2365560"/>
            </a:xfrm>
            <a:prstGeom prst="rect">
              <a:avLst/>
            </a:prstGeom>
            <a:noFill/>
            <a:ln w="0">
              <a:noFill/>
            </a:ln>
          </p:spPr>
        </p:pic>
        <p:pic>
          <p:nvPicPr>
            <p:cNvPr id="33" name="Google Shape;100;p14"/>
            <p:cNvPicPr/>
            <p:nvPr/>
          </p:nvPicPr>
          <p:blipFill>
            <a:blip r:embed="rId3">
              <a:alphaModFix amt="67000"/>
            </a:blip>
            <a:srcRect l="5148" r="5141"/>
            <a:stretch/>
          </p:blipFill>
          <p:spPr>
            <a:xfrm rot="1800000">
              <a:off x="6709680" y="2287440"/>
              <a:ext cx="3453480" cy="4295880"/>
            </a:xfrm>
            <a:prstGeom prst="rect">
              <a:avLst/>
            </a:prstGeom>
            <a:noFill/>
            <a:ln w="0">
              <a:noFill/>
            </a:ln>
          </p:spPr>
        </p:pic>
        <p:pic>
          <p:nvPicPr>
            <p:cNvPr id="34" name="Google Shape;101;p14"/>
            <p:cNvPicPr/>
            <p:nvPr/>
          </p:nvPicPr>
          <p:blipFill>
            <a:blip r:embed="rId4"/>
            <a:stretch/>
          </p:blipFill>
          <p:spPr>
            <a:xfrm>
              <a:off x="-991800" y="-1481400"/>
              <a:ext cx="4082760" cy="3464640"/>
            </a:xfrm>
            <a:prstGeom prst="rect">
              <a:avLst/>
            </a:prstGeom>
            <a:noFill/>
            <a:ln w="0">
              <a:noFill/>
            </a:ln>
          </p:spPr>
        </p:pic>
      </p:grpSp>
      <p:sp>
        <p:nvSpPr>
          <p:cNvPr id="35"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6_1">
    <p:bg>
      <p:bgPr>
        <a:solidFill>
          <a:schemeClr val="lt1"/>
        </a:solidFill>
        <a:effectLst/>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grpSp>
        <p:nvGrpSpPr>
          <p:cNvPr id="63" name="Google Shape;147;p20"/>
          <p:cNvGrpSpPr/>
          <p:nvPr/>
        </p:nvGrpSpPr>
        <p:grpSpPr>
          <a:xfrm>
            <a:off x="-1635480" y="-3094920"/>
            <a:ext cx="13986360" cy="9857520"/>
            <a:chOff x="-1635480" y="-3094920"/>
            <a:chExt cx="13986360" cy="9857520"/>
          </a:xfrm>
        </p:grpSpPr>
        <p:pic>
          <p:nvPicPr>
            <p:cNvPr id="64" name="Google Shape;148;p20"/>
            <p:cNvPicPr/>
            <p:nvPr/>
          </p:nvPicPr>
          <p:blipFill>
            <a:blip r:embed="rId2">
              <a:alphaModFix amt="49000"/>
            </a:blip>
            <a:srcRect l="-2360" t="1001" r="-677" b="-1001"/>
            <a:stretch/>
          </p:blipFill>
          <p:spPr>
            <a:xfrm rot="2434200">
              <a:off x="7697520" y="-2425680"/>
              <a:ext cx="3673080" cy="4371840"/>
            </a:xfrm>
            <a:prstGeom prst="rect">
              <a:avLst/>
            </a:prstGeom>
            <a:noFill/>
            <a:ln w="0">
              <a:noFill/>
            </a:ln>
          </p:spPr>
        </p:pic>
        <p:pic>
          <p:nvPicPr>
            <p:cNvPr id="65" name="Google Shape;149;p20"/>
            <p:cNvPicPr/>
            <p:nvPr/>
          </p:nvPicPr>
          <p:blipFill>
            <a:blip r:embed="rId3"/>
            <a:stretch/>
          </p:blipFill>
          <p:spPr>
            <a:xfrm>
              <a:off x="-1635480" y="3297960"/>
              <a:ext cx="4082760" cy="3464640"/>
            </a:xfrm>
            <a:prstGeom prst="rect">
              <a:avLst/>
            </a:prstGeom>
            <a:noFill/>
            <a:ln w="0">
              <a:noFill/>
            </a:ln>
          </p:spPr>
        </p:pic>
      </p:grpSp>
      <p:sp>
        <p:nvSpPr>
          <p:cNvPr id="6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_HEADER">
    <p:bg>
      <p:bgPr>
        <a:solidFill>
          <a:schemeClr val="lt1"/>
        </a:solidFill>
        <a:effectLst/>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1732680" y="2106000"/>
            <a:ext cx="5416920" cy="1551240"/>
          </a:xfrm>
          <a:prstGeom prst="rect">
            <a:avLst/>
          </a:prstGeom>
          <a:noFill/>
          <a:ln w="0">
            <a:noFill/>
          </a:ln>
        </p:spPr>
        <p:txBody>
          <a:bodyPr lIns="91440" tIns="91440" rIns="91440" bIns="91440" anchor="b">
            <a:noAutofit/>
          </a:bodyPr>
          <a:lstStyle/>
          <a:p>
            <a:pPr indent="0">
              <a:buNone/>
            </a:pPr>
            <a:r>
              <a:rPr lang="fr-FR" sz="4700" b="0" u="none" strike="noStrike">
                <a:solidFill>
                  <a:schemeClr val="dk1"/>
                </a:solidFill>
                <a:effectLst/>
                <a:uFillTx/>
                <a:latin typeface="Arial"/>
              </a:rPr>
              <a:t>Click to edit the title text format</a:t>
            </a:r>
          </a:p>
        </p:txBody>
      </p:sp>
      <p:sp>
        <p:nvSpPr>
          <p:cNvPr id="68" name="PlaceHolder 2"/>
          <p:cNvSpPr>
            <a:spLocks noGrp="1"/>
          </p:cNvSpPr>
          <p:nvPr>
            <p:ph type="title"/>
          </p:nvPr>
        </p:nvSpPr>
        <p:spPr>
          <a:xfrm>
            <a:off x="3148200" y="934200"/>
            <a:ext cx="1222920" cy="955440"/>
          </a:xfrm>
          <a:prstGeom prst="rect">
            <a:avLst/>
          </a:prstGeom>
          <a:noFill/>
          <a:ln w="0">
            <a:noFill/>
          </a:ln>
        </p:spPr>
        <p:txBody>
          <a:bodyPr lIns="91440" tIns="91440" rIns="91440" bIns="91440" anchor="ctr">
            <a:noAutofit/>
          </a:bodyPr>
          <a:lstStyle/>
          <a:p>
            <a:pPr indent="0" algn="ctr">
              <a:lnSpc>
                <a:spcPct val="100000"/>
              </a:lnSpc>
              <a:buNone/>
            </a:pPr>
            <a:r>
              <a:rPr lang="fr-FR" sz="4800" b="1" u="none" strike="noStrike">
                <a:solidFill>
                  <a:schemeClr val="dk1"/>
                </a:solidFill>
                <a:effectLst/>
                <a:uFillTx/>
                <a:latin typeface="Raleway"/>
                <a:ea typeface="Raleway"/>
              </a:rPr>
              <a:t>xx%</a:t>
            </a:r>
            <a:endParaRPr lang="fr-FR" sz="4800" b="0" u="none" strike="noStrike">
              <a:solidFill>
                <a:schemeClr val="dk1"/>
              </a:solidFill>
              <a:effectLst/>
              <a:uFillTx/>
              <a:latin typeface="Arial"/>
            </a:endParaRPr>
          </a:p>
        </p:txBody>
      </p:sp>
      <p:sp>
        <p:nvSpPr>
          <p:cNvPr id="69" name="PlaceHolder 3"/>
          <p:cNvSpPr>
            <a:spLocks noGrp="1"/>
          </p:cNvSpPr>
          <p:nvPr>
            <p:ph type="body"/>
          </p:nvPr>
        </p:nvSpPr>
        <p:spPr>
          <a:xfrm>
            <a:off x="5328360" y="847080"/>
            <a:ext cx="2489040" cy="3449160"/>
          </a:xfrm>
          <a:prstGeom prst="rect">
            <a:avLst/>
          </a:prstGeom>
          <a:noFill/>
          <a:ln w="0">
            <a:noFill/>
          </a:ln>
        </p:spPr>
        <p:txBody>
          <a:bodyPr lIns="90000" tIns="45000" rIns="90000" bIns="45000" anchor="t">
            <a:normAutofit fontScale="32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70" name="Google Shape;22;p3"/>
          <p:cNvGrpSpPr/>
          <p:nvPr/>
        </p:nvGrpSpPr>
        <p:grpSpPr>
          <a:xfrm>
            <a:off x="-1909800" y="-1624320"/>
            <a:ext cx="12680640" cy="8648640"/>
            <a:chOff x="-1909800" y="-1624320"/>
            <a:chExt cx="12680640" cy="8648640"/>
          </a:xfrm>
        </p:grpSpPr>
        <p:pic>
          <p:nvPicPr>
            <p:cNvPr id="71" name="Google Shape;23;p3"/>
            <p:cNvPicPr/>
            <p:nvPr/>
          </p:nvPicPr>
          <p:blipFill>
            <a:blip r:embed="rId2">
              <a:alphaModFix amt="49000"/>
            </a:blip>
            <a:srcRect l="-2360" t="1001" r="12717" b="-1001"/>
            <a:stretch/>
          </p:blipFill>
          <p:spPr>
            <a:xfrm>
              <a:off x="7575480" y="-1624320"/>
              <a:ext cx="3195360" cy="4371840"/>
            </a:xfrm>
            <a:prstGeom prst="rect">
              <a:avLst/>
            </a:prstGeom>
            <a:noFill/>
            <a:ln w="0">
              <a:noFill/>
            </a:ln>
          </p:spPr>
        </p:pic>
        <p:pic>
          <p:nvPicPr>
            <p:cNvPr id="72" name="Google Shape;24;p3"/>
            <p:cNvPicPr/>
            <p:nvPr/>
          </p:nvPicPr>
          <p:blipFill>
            <a:blip r:embed="rId3"/>
            <a:stretch/>
          </p:blipFill>
          <p:spPr>
            <a:xfrm>
              <a:off x="-1909800" y="2156760"/>
              <a:ext cx="5003640" cy="4867560"/>
            </a:xfrm>
            <a:prstGeom prst="rect">
              <a:avLst/>
            </a:prstGeom>
            <a:noFill/>
            <a:ln w="0">
              <a:noFill/>
            </a:ln>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CUSTOM_7">
    <p:bg>
      <p:bgPr>
        <a:solidFill>
          <a:schemeClr val="lt1"/>
        </a:solidFill>
        <a:effectLst/>
      </p:bgPr>
    </p:bg>
    <p:spTree>
      <p:nvGrpSpPr>
        <p:cNvPr id="1" name=""/>
        <p:cNvGrpSpPr/>
        <p:nvPr/>
      </p:nvGrpSpPr>
      <p:grpSpPr>
        <a:xfrm>
          <a:off x="0" y="0"/>
          <a:ext cx="0" cy="0"/>
          <a:chOff x="0" y="0"/>
          <a:chExt cx="0" cy="0"/>
        </a:xfrm>
      </p:grpSpPr>
      <p:sp>
        <p:nvSpPr>
          <p:cNvPr id="73" name="PlaceHolder 1"/>
          <p:cNvSpPr>
            <a:spLocks noGrp="1"/>
          </p:cNvSpPr>
          <p:nvPr>
            <p:ph type="title"/>
          </p:nvPr>
        </p:nvSpPr>
        <p:spPr>
          <a:xfrm>
            <a:off x="2125800" y="723600"/>
            <a:ext cx="4892040" cy="1158120"/>
          </a:xfrm>
          <a:prstGeom prst="rect">
            <a:avLst/>
          </a:prstGeom>
          <a:noFill/>
          <a:ln w="0">
            <a:noFill/>
          </a:ln>
        </p:spPr>
        <p:txBody>
          <a:bodyPr lIns="91440" tIns="91440" rIns="91440" bIns="91440" anchor="ctr">
            <a:noAutofit/>
          </a:bodyPr>
          <a:lstStyle/>
          <a:p>
            <a:pPr indent="0">
              <a:buNone/>
            </a:pPr>
            <a:r>
              <a:rPr lang="fr-FR" sz="7200" b="0" u="none" strike="noStrike">
                <a:solidFill>
                  <a:schemeClr val="dk1"/>
                </a:solidFill>
                <a:effectLst/>
                <a:uFillTx/>
                <a:latin typeface="Arial"/>
              </a:rPr>
              <a:t>Click to edit the title text format</a:t>
            </a:r>
          </a:p>
        </p:txBody>
      </p:sp>
      <p:sp>
        <p:nvSpPr>
          <p:cNvPr id="74" name="Google Shape;154;p21"/>
          <p:cNvSpPr/>
          <p:nvPr/>
        </p:nvSpPr>
        <p:spPr>
          <a:xfrm>
            <a:off x="2125800" y="3612600"/>
            <a:ext cx="4892040" cy="55368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spcBef>
                <a:spcPts val="300"/>
              </a:spcBef>
              <a:tabLst>
                <a:tab pos="0" algn="l"/>
              </a:tabLst>
            </a:pPr>
            <a:r>
              <a:rPr lang="en" sz="1000" b="0" u="none" strike="noStrike">
                <a:solidFill>
                  <a:schemeClr val="dk1"/>
                </a:solidFill>
                <a:effectLst/>
                <a:uFillTx/>
                <a:latin typeface="Open Sans"/>
                <a:ea typeface="Open Sans"/>
              </a:rPr>
              <a:t>CREDITS: This presentation template was created by </a:t>
            </a:r>
            <a:r>
              <a:rPr lang="en" sz="1000" b="1" u="sng" strike="noStrike">
                <a:solidFill>
                  <a:schemeClr val="dk1"/>
                </a:solidFill>
                <a:effectLst/>
                <a:uFillTx/>
                <a:latin typeface="Open Sans"/>
                <a:ea typeface="Open Sans"/>
                <a:hlinkClick r:id="rId2"/>
              </a:rPr>
              <a:t>Slidesgo</a:t>
            </a:r>
            <a:r>
              <a:rPr lang="en" sz="1000" b="0" u="none" strike="noStrike">
                <a:solidFill>
                  <a:schemeClr val="dk1"/>
                </a:solidFill>
                <a:effectLst/>
                <a:uFillTx/>
                <a:latin typeface="Open Sans"/>
                <a:ea typeface="Open Sans"/>
              </a:rPr>
              <a:t>, and includes icons by </a:t>
            </a:r>
            <a:r>
              <a:rPr lang="en" sz="1000" b="1" u="sng" strike="noStrike">
                <a:solidFill>
                  <a:schemeClr val="dk1"/>
                </a:solidFill>
                <a:effectLst/>
                <a:uFillTx/>
                <a:latin typeface="Open Sans"/>
                <a:ea typeface="Open Sans"/>
                <a:hlinkClick r:id="rId3"/>
              </a:rPr>
              <a:t>Flaticon</a:t>
            </a:r>
            <a:r>
              <a:rPr lang="en" sz="1000" b="0" u="none" strike="noStrike">
                <a:solidFill>
                  <a:schemeClr val="dk1"/>
                </a:solidFill>
                <a:effectLst/>
                <a:uFillTx/>
                <a:latin typeface="Open Sans"/>
                <a:ea typeface="Open Sans"/>
              </a:rPr>
              <a:t>, and infographics &amp; images by </a:t>
            </a:r>
            <a:r>
              <a:rPr lang="en" sz="1000" b="1" u="sng" strike="noStrike">
                <a:solidFill>
                  <a:schemeClr val="dk1"/>
                </a:solidFill>
                <a:effectLst/>
                <a:uFillTx/>
                <a:latin typeface="Open Sans"/>
                <a:ea typeface="Open Sans"/>
                <a:hlinkClick r:id="rId4"/>
              </a:rPr>
              <a:t>Freepik</a:t>
            </a:r>
            <a:endParaRPr lang="en-US" sz="1000" b="0" u="none" strike="noStrike">
              <a:solidFill>
                <a:srgbClr val="000000"/>
              </a:solidFill>
              <a:effectLst/>
              <a:uFillTx/>
              <a:latin typeface="OpenSymbol"/>
            </a:endParaRPr>
          </a:p>
        </p:txBody>
      </p:sp>
      <p:grpSp>
        <p:nvGrpSpPr>
          <p:cNvPr id="75" name="Google Shape;155;p21"/>
          <p:cNvGrpSpPr/>
          <p:nvPr/>
        </p:nvGrpSpPr>
        <p:grpSpPr>
          <a:xfrm>
            <a:off x="-1667160" y="-1217520"/>
            <a:ext cx="12423240" cy="7054560"/>
            <a:chOff x="-1667160" y="-1217520"/>
            <a:chExt cx="12423240" cy="7054560"/>
          </a:xfrm>
        </p:grpSpPr>
        <p:pic>
          <p:nvPicPr>
            <p:cNvPr id="76" name="Google Shape;156;p21"/>
            <p:cNvPicPr/>
            <p:nvPr/>
          </p:nvPicPr>
          <p:blipFill>
            <a:blip r:embed="rId5"/>
            <a:stretch/>
          </p:blipFill>
          <p:spPr>
            <a:xfrm>
              <a:off x="-1667160" y="-1217520"/>
              <a:ext cx="4082760" cy="3464640"/>
            </a:xfrm>
            <a:prstGeom prst="rect">
              <a:avLst/>
            </a:prstGeom>
            <a:noFill/>
            <a:ln w="0">
              <a:noFill/>
            </a:ln>
          </p:spPr>
        </p:pic>
        <p:pic>
          <p:nvPicPr>
            <p:cNvPr id="77" name="Google Shape;157;p21"/>
            <p:cNvPicPr/>
            <p:nvPr/>
          </p:nvPicPr>
          <p:blipFill>
            <a:blip r:embed="rId6">
              <a:alphaModFix amt="88000"/>
            </a:blip>
            <a:stretch/>
          </p:blipFill>
          <p:spPr>
            <a:xfrm>
              <a:off x="7458480" y="3070440"/>
              <a:ext cx="3297600" cy="2766600"/>
            </a:xfrm>
            <a:prstGeom prst="rect">
              <a:avLst/>
            </a:prstGeom>
            <a:noFill/>
            <a:ln w="0">
              <a:noFill/>
            </a:ln>
          </p:spPr>
        </p:pic>
        <p:pic>
          <p:nvPicPr>
            <p:cNvPr id="78" name="Google Shape;158;p21"/>
            <p:cNvPicPr/>
            <p:nvPr/>
          </p:nvPicPr>
          <p:blipFill>
            <a:blip r:embed="rId7">
              <a:alphaModFix amt="67000"/>
            </a:blip>
            <a:srcRect l="5148" r="5141"/>
            <a:stretch/>
          </p:blipFill>
          <p:spPr>
            <a:xfrm>
              <a:off x="6567120" y="2202480"/>
              <a:ext cx="3453480" cy="3359520"/>
            </a:xfrm>
            <a:prstGeom prst="rect">
              <a:avLst/>
            </a:prstGeom>
            <a:noFill/>
            <a:ln w="0">
              <a:noFill/>
            </a:ln>
          </p:spPr>
        </p:pic>
      </p:grpSp>
      <p:sp>
        <p:nvSpPr>
          <p:cNvPr id="79" name="Google Shape;159;p21"/>
          <p:cNvSpPr/>
          <p:nvPr/>
        </p:nvSpPr>
        <p:spPr>
          <a:xfrm>
            <a:off x="-1698840" y="474840"/>
            <a:ext cx="2800800" cy="2800800"/>
          </a:xfrm>
          <a:prstGeom prst="round2SameRect">
            <a:avLst>
              <a:gd name="adj1" fmla="val 50000"/>
              <a:gd name="adj2" fmla="val 0"/>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sp>
        <p:nvSpPr>
          <p:cNvPr id="80"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lt1"/>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2125800" y="723600"/>
            <a:ext cx="4892040" cy="1158120"/>
          </a:xfrm>
          <a:prstGeom prst="rect">
            <a:avLst/>
          </a:prstGeom>
          <a:noFill/>
          <a:ln w="0">
            <a:noFill/>
          </a:ln>
        </p:spPr>
        <p:txBody>
          <a:bodyPr lIns="91440" tIns="91440" rIns="91440" bIns="91440" anchor="ctr">
            <a:noAutofit/>
          </a:bodyPr>
          <a:lstStyle/>
          <a:p>
            <a:pPr indent="0">
              <a:buNone/>
            </a:pPr>
            <a:r>
              <a:rPr lang="fr-FR" sz="7200" b="0" u="none" strike="noStrike">
                <a:solidFill>
                  <a:schemeClr val="dk1"/>
                </a:solidFill>
                <a:effectLst/>
                <a:uFillTx/>
                <a:latin typeface="Arial"/>
              </a:rPr>
              <a:t>Click to edit the title text format</a:t>
            </a:r>
          </a:p>
        </p:txBody>
      </p:sp>
      <p:sp>
        <p:nvSpPr>
          <p:cNvPr id="74" name="Google Shape;154;p21"/>
          <p:cNvSpPr/>
          <p:nvPr/>
        </p:nvSpPr>
        <p:spPr>
          <a:xfrm>
            <a:off x="2125800" y="3612600"/>
            <a:ext cx="4892040" cy="55368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spcBef>
                <a:spcPts val="300"/>
              </a:spcBef>
              <a:tabLst>
                <a:tab pos="0" algn="l"/>
              </a:tabLst>
            </a:pPr>
            <a:r>
              <a:rPr lang="en" sz="1000" b="0" u="none" strike="noStrike">
                <a:solidFill>
                  <a:schemeClr val="dk1"/>
                </a:solidFill>
                <a:effectLst/>
                <a:uFillTx/>
                <a:latin typeface="Open Sans"/>
                <a:ea typeface="Open Sans"/>
              </a:rPr>
              <a:t>CREDITS: This presentation template was created by </a:t>
            </a:r>
            <a:r>
              <a:rPr lang="en" sz="1000" b="1" u="sng" strike="noStrike">
                <a:solidFill>
                  <a:schemeClr val="dk1"/>
                </a:solidFill>
                <a:effectLst/>
                <a:uFillTx/>
                <a:latin typeface="Open Sans"/>
                <a:ea typeface="Open Sans"/>
                <a:hlinkClick r:id="rId2"/>
              </a:rPr>
              <a:t>Slidesgo</a:t>
            </a:r>
            <a:r>
              <a:rPr lang="en" sz="1000" b="0" u="none" strike="noStrike">
                <a:solidFill>
                  <a:schemeClr val="dk1"/>
                </a:solidFill>
                <a:effectLst/>
                <a:uFillTx/>
                <a:latin typeface="Open Sans"/>
                <a:ea typeface="Open Sans"/>
              </a:rPr>
              <a:t>, and includes icons by </a:t>
            </a:r>
            <a:r>
              <a:rPr lang="en" sz="1000" b="1" u="sng" strike="noStrike">
                <a:solidFill>
                  <a:schemeClr val="dk1"/>
                </a:solidFill>
                <a:effectLst/>
                <a:uFillTx/>
                <a:latin typeface="Open Sans"/>
                <a:ea typeface="Open Sans"/>
                <a:hlinkClick r:id="rId3"/>
              </a:rPr>
              <a:t>Flaticon</a:t>
            </a:r>
            <a:r>
              <a:rPr lang="en" sz="1000" b="0" u="none" strike="noStrike">
                <a:solidFill>
                  <a:schemeClr val="dk1"/>
                </a:solidFill>
                <a:effectLst/>
                <a:uFillTx/>
                <a:latin typeface="Open Sans"/>
                <a:ea typeface="Open Sans"/>
              </a:rPr>
              <a:t>, and infographics &amp; images by </a:t>
            </a:r>
            <a:r>
              <a:rPr lang="en" sz="1000" b="1" u="sng" strike="noStrike">
                <a:solidFill>
                  <a:schemeClr val="dk1"/>
                </a:solidFill>
                <a:effectLst/>
                <a:uFillTx/>
                <a:latin typeface="Open Sans"/>
                <a:ea typeface="Open Sans"/>
                <a:hlinkClick r:id="rId4"/>
              </a:rPr>
              <a:t>Freepik</a:t>
            </a:r>
            <a:endParaRPr lang="en-US" sz="1000" b="0" u="none" strike="noStrike">
              <a:solidFill>
                <a:srgbClr val="000000"/>
              </a:solidFill>
              <a:effectLst/>
              <a:uFillTx/>
              <a:latin typeface="OpenSymbol"/>
            </a:endParaRPr>
          </a:p>
        </p:txBody>
      </p:sp>
      <p:grpSp>
        <p:nvGrpSpPr>
          <p:cNvPr id="82" name="Google Shape;155;p21"/>
          <p:cNvGrpSpPr/>
          <p:nvPr/>
        </p:nvGrpSpPr>
        <p:grpSpPr>
          <a:xfrm>
            <a:off x="-1667160" y="-1217520"/>
            <a:ext cx="12423240" cy="7054560"/>
            <a:chOff x="-1667160" y="-1217520"/>
            <a:chExt cx="12423240" cy="7054560"/>
          </a:xfrm>
        </p:grpSpPr>
        <p:pic>
          <p:nvPicPr>
            <p:cNvPr id="83" name="Google Shape;156;p21"/>
            <p:cNvPicPr/>
            <p:nvPr/>
          </p:nvPicPr>
          <p:blipFill>
            <a:blip r:embed="rId5"/>
            <a:stretch/>
          </p:blipFill>
          <p:spPr>
            <a:xfrm>
              <a:off x="-1667160" y="-1217520"/>
              <a:ext cx="4082760" cy="3464640"/>
            </a:xfrm>
            <a:prstGeom prst="rect">
              <a:avLst/>
            </a:prstGeom>
            <a:noFill/>
            <a:ln w="0">
              <a:noFill/>
            </a:ln>
          </p:spPr>
        </p:pic>
        <p:pic>
          <p:nvPicPr>
            <p:cNvPr id="84" name="Google Shape;157;p21"/>
            <p:cNvPicPr/>
            <p:nvPr/>
          </p:nvPicPr>
          <p:blipFill>
            <a:blip r:embed="rId6">
              <a:alphaModFix amt="88000"/>
            </a:blip>
            <a:stretch/>
          </p:blipFill>
          <p:spPr>
            <a:xfrm>
              <a:off x="7458480" y="3070440"/>
              <a:ext cx="3297600" cy="2766600"/>
            </a:xfrm>
            <a:prstGeom prst="rect">
              <a:avLst/>
            </a:prstGeom>
            <a:noFill/>
            <a:ln w="0">
              <a:noFill/>
            </a:ln>
          </p:spPr>
        </p:pic>
        <p:pic>
          <p:nvPicPr>
            <p:cNvPr id="85" name="Google Shape;158;p21"/>
            <p:cNvPicPr/>
            <p:nvPr/>
          </p:nvPicPr>
          <p:blipFill>
            <a:blip r:embed="rId7">
              <a:alphaModFix amt="67000"/>
            </a:blip>
            <a:srcRect l="5148" r="5141"/>
            <a:stretch/>
          </p:blipFill>
          <p:spPr>
            <a:xfrm>
              <a:off x="6567120" y="2202480"/>
              <a:ext cx="3453480" cy="3359520"/>
            </a:xfrm>
            <a:prstGeom prst="rect">
              <a:avLst/>
            </a:prstGeom>
            <a:noFill/>
            <a:ln w="0">
              <a:noFill/>
            </a:ln>
          </p:spPr>
        </p:pic>
      </p:grpSp>
      <p:sp>
        <p:nvSpPr>
          <p:cNvPr id="79" name="Google Shape;159;p21"/>
          <p:cNvSpPr/>
          <p:nvPr/>
        </p:nvSpPr>
        <p:spPr>
          <a:xfrm>
            <a:off x="-1698840" y="474840"/>
            <a:ext cx="2800800" cy="2800800"/>
          </a:xfrm>
          <a:prstGeom prst="round2SameRect">
            <a:avLst>
              <a:gd name="adj1" fmla="val 50000"/>
              <a:gd name="adj2" fmla="val 0"/>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sp>
        <p:nvSpPr>
          <p:cNvPr id="8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CUSTOM_10_1">
    <p:bg>
      <p:bgPr>
        <a:solidFill>
          <a:schemeClr val="lt1"/>
        </a:solidFill>
        <a:effectLst/>
      </p:bgPr>
    </p:bg>
    <p:spTree>
      <p:nvGrpSpPr>
        <p:cNvPr id="1" name=""/>
        <p:cNvGrpSpPr/>
        <p:nvPr/>
      </p:nvGrpSpPr>
      <p:grpSpPr>
        <a:xfrm>
          <a:off x="0" y="0"/>
          <a:ext cx="0" cy="0"/>
          <a:chOff x="0" y="0"/>
          <a:chExt cx="0" cy="0"/>
        </a:xfrm>
      </p:grpSpPr>
      <p:grpSp>
        <p:nvGrpSpPr>
          <p:cNvPr id="89" name="Google Shape;164;p23"/>
          <p:cNvGrpSpPr/>
          <p:nvPr/>
        </p:nvGrpSpPr>
        <p:grpSpPr>
          <a:xfrm>
            <a:off x="-1635480" y="-3094920"/>
            <a:ext cx="13986360" cy="9857520"/>
            <a:chOff x="-1635480" y="-3094920"/>
            <a:chExt cx="13986360" cy="9857520"/>
          </a:xfrm>
        </p:grpSpPr>
        <p:pic>
          <p:nvPicPr>
            <p:cNvPr id="90" name="Google Shape;165;p23"/>
            <p:cNvPicPr/>
            <p:nvPr/>
          </p:nvPicPr>
          <p:blipFill>
            <a:blip r:embed="rId2">
              <a:alphaModFix amt="49000"/>
            </a:blip>
            <a:srcRect l="-2360" t="1001" r="-677" b="-1001"/>
            <a:stretch/>
          </p:blipFill>
          <p:spPr>
            <a:xfrm rot="2434200">
              <a:off x="7697520" y="-2425680"/>
              <a:ext cx="3673080" cy="4371840"/>
            </a:xfrm>
            <a:prstGeom prst="rect">
              <a:avLst/>
            </a:prstGeom>
            <a:noFill/>
            <a:ln w="0">
              <a:noFill/>
            </a:ln>
          </p:spPr>
        </p:pic>
        <p:pic>
          <p:nvPicPr>
            <p:cNvPr id="91" name="Google Shape;166;p23"/>
            <p:cNvPicPr/>
            <p:nvPr/>
          </p:nvPicPr>
          <p:blipFill>
            <a:blip r:embed="rId3"/>
            <a:stretch/>
          </p:blipFill>
          <p:spPr>
            <a:xfrm>
              <a:off x="-1635480" y="3297960"/>
              <a:ext cx="4082760" cy="3464640"/>
            </a:xfrm>
            <a:prstGeom prst="rect">
              <a:avLst/>
            </a:prstGeom>
            <a:noFill/>
            <a:ln w="0">
              <a:noFill/>
            </a:ln>
          </p:spPr>
        </p:pic>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lt1"/>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923760" y="1249200"/>
            <a:ext cx="4889520" cy="1322280"/>
          </a:xfrm>
          <a:prstGeom prst="rect">
            <a:avLst/>
          </a:prstGeom>
          <a:noFill/>
          <a:ln w="0">
            <a:noFill/>
          </a:ln>
        </p:spPr>
        <p:txBody>
          <a:bodyPr lIns="91440" tIns="91440" rIns="91440" bIns="91440" anchor="b">
            <a:noAutofit/>
          </a:bodyPr>
          <a:lstStyle/>
          <a:p>
            <a:pPr indent="0">
              <a:buNone/>
            </a:pPr>
            <a:r>
              <a:rPr lang="fr-FR" sz="4000" b="0" u="none" strike="noStrike">
                <a:solidFill>
                  <a:schemeClr val="dk1"/>
                </a:solidFill>
                <a:effectLst/>
                <a:uFillTx/>
                <a:latin typeface="Arial"/>
              </a:rPr>
              <a:t>Click to edit the title text format</a:t>
            </a:r>
          </a:p>
        </p:txBody>
      </p:sp>
      <p:grpSp>
        <p:nvGrpSpPr>
          <p:cNvPr id="109" name="Google Shape;48;p7"/>
          <p:cNvGrpSpPr/>
          <p:nvPr/>
        </p:nvGrpSpPr>
        <p:grpSpPr>
          <a:xfrm>
            <a:off x="-991800" y="-1481400"/>
            <a:ext cx="11997720" cy="8640720"/>
            <a:chOff x="-991800" y="-1481400"/>
            <a:chExt cx="11997720" cy="8640720"/>
          </a:xfrm>
        </p:grpSpPr>
        <p:pic>
          <p:nvPicPr>
            <p:cNvPr id="110" name="Google Shape;49;p7"/>
            <p:cNvPicPr/>
            <p:nvPr/>
          </p:nvPicPr>
          <p:blipFill>
            <a:blip r:embed="rId2">
              <a:alphaModFix amt="61000"/>
            </a:blip>
            <a:stretch/>
          </p:blipFill>
          <p:spPr>
            <a:xfrm rot="1800000">
              <a:off x="6252120" y="4024080"/>
              <a:ext cx="3297600" cy="2365560"/>
            </a:xfrm>
            <a:prstGeom prst="rect">
              <a:avLst/>
            </a:prstGeom>
            <a:noFill/>
            <a:ln w="0">
              <a:noFill/>
            </a:ln>
          </p:spPr>
        </p:pic>
        <p:pic>
          <p:nvPicPr>
            <p:cNvPr id="111" name="Google Shape;50;p7"/>
            <p:cNvPicPr/>
            <p:nvPr/>
          </p:nvPicPr>
          <p:blipFill>
            <a:blip r:embed="rId3">
              <a:alphaModFix amt="67000"/>
            </a:blip>
            <a:srcRect l="5148" r="5141"/>
            <a:stretch/>
          </p:blipFill>
          <p:spPr>
            <a:xfrm rot="1800000">
              <a:off x="6709680" y="2287440"/>
              <a:ext cx="3453480" cy="4295880"/>
            </a:xfrm>
            <a:prstGeom prst="rect">
              <a:avLst/>
            </a:prstGeom>
            <a:noFill/>
            <a:ln w="0">
              <a:noFill/>
            </a:ln>
          </p:spPr>
        </p:pic>
        <p:pic>
          <p:nvPicPr>
            <p:cNvPr id="112" name="Google Shape;51;p7"/>
            <p:cNvPicPr/>
            <p:nvPr/>
          </p:nvPicPr>
          <p:blipFill>
            <a:blip r:embed="rId4"/>
            <a:stretch/>
          </p:blipFill>
          <p:spPr>
            <a:xfrm>
              <a:off x="-991800" y="-1481400"/>
              <a:ext cx="4082760" cy="3464640"/>
            </a:xfrm>
            <a:prstGeom prst="rect">
              <a:avLst/>
            </a:prstGeom>
            <a:noFill/>
            <a:ln w="0">
              <a:noFill/>
            </a:ln>
          </p:spPr>
        </p:pic>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lt1"/>
        </a:solidFill>
        <a:effectLst/>
      </p:bgPr>
    </p:bg>
    <p:spTree>
      <p:nvGrpSpPr>
        <p:cNvPr id="1" name=""/>
        <p:cNvGrpSpPr/>
        <p:nvPr/>
      </p:nvGrpSpPr>
      <p:grpSpPr>
        <a:xfrm>
          <a:off x="0" y="0"/>
          <a:ext cx="0" cy="0"/>
          <a:chOff x="0" y="0"/>
          <a:chExt cx="0" cy="0"/>
        </a:xfrm>
      </p:grpSpPr>
      <p:sp>
        <p:nvSpPr>
          <p:cNvPr id="113" name="PlaceHolder 1"/>
          <p:cNvSpPr>
            <a:spLocks noGrp="1"/>
          </p:cNvSpPr>
          <p:nvPr>
            <p:ph type="title"/>
          </p:nvPr>
        </p:nvSpPr>
        <p:spPr>
          <a:xfrm>
            <a:off x="1450080" y="1060200"/>
            <a:ext cx="6243120" cy="3022920"/>
          </a:xfrm>
          <a:prstGeom prst="rect">
            <a:avLst/>
          </a:prstGeom>
          <a:noFill/>
          <a:ln w="0">
            <a:noFill/>
          </a:ln>
        </p:spPr>
        <p:txBody>
          <a:bodyPr lIns="91440" tIns="91440" rIns="91440" bIns="91440" anchor="ctr">
            <a:noAutofit/>
          </a:bodyPr>
          <a:lstStyle/>
          <a:p>
            <a:pPr indent="0">
              <a:buNone/>
            </a:pPr>
            <a:r>
              <a:rPr lang="fr-FR" sz="7200" b="0" u="none" strike="noStrike">
                <a:solidFill>
                  <a:schemeClr val="dk1"/>
                </a:solidFill>
                <a:effectLst/>
                <a:uFillTx/>
                <a:latin typeface="Arial"/>
              </a:rPr>
              <a:t>Click to edit the title text format</a:t>
            </a:r>
          </a:p>
        </p:txBody>
      </p:sp>
      <p:grpSp>
        <p:nvGrpSpPr>
          <p:cNvPr id="114" name="Google Shape;54;p8"/>
          <p:cNvGrpSpPr/>
          <p:nvPr/>
        </p:nvGrpSpPr>
        <p:grpSpPr>
          <a:xfrm>
            <a:off x="-2078640" y="2007720"/>
            <a:ext cx="12968280" cy="5447160"/>
            <a:chOff x="-2078640" y="2007720"/>
            <a:chExt cx="12968280" cy="5447160"/>
          </a:xfrm>
        </p:grpSpPr>
        <p:pic>
          <p:nvPicPr>
            <p:cNvPr id="115" name="Google Shape;55;p8"/>
            <p:cNvPicPr/>
            <p:nvPr/>
          </p:nvPicPr>
          <p:blipFill>
            <a:blip r:embed="rId2">
              <a:alphaModFix amt="61000"/>
            </a:blip>
            <a:stretch/>
          </p:blipFill>
          <p:spPr>
            <a:xfrm rot="1800000">
              <a:off x="6135840" y="4319280"/>
              <a:ext cx="3297600" cy="2365560"/>
            </a:xfrm>
            <a:prstGeom prst="rect">
              <a:avLst/>
            </a:prstGeom>
            <a:noFill/>
            <a:ln w="0">
              <a:noFill/>
            </a:ln>
          </p:spPr>
        </p:pic>
        <p:pic>
          <p:nvPicPr>
            <p:cNvPr id="116" name="Google Shape;56;p8"/>
            <p:cNvPicPr/>
            <p:nvPr/>
          </p:nvPicPr>
          <p:blipFill>
            <a:blip r:embed="rId3">
              <a:alphaModFix amt="67000"/>
            </a:blip>
            <a:srcRect l="5148" r="5141"/>
            <a:stretch/>
          </p:blipFill>
          <p:spPr>
            <a:xfrm rot="1800000">
              <a:off x="6593400" y="2583000"/>
              <a:ext cx="3453480" cy="4295880"/>
            </a:xfrm>
            <a:prstGeom prst="rect">
              <a:avLst/>
            </a:prstGeom>
            <a:noFill/>
            <a:ln w="0">
              <a:noFill/>
            </a:ln>
          </p:spPr>
        </p:pic>
        <p:pic>
          <p:nvPicPr>
            <p:cNvPr id="117" name="Google Shape;57;p8"/>
            <p:cNvPicPr/>
            <p:nvPr/>
          </p:nvPicPr>
          <p:blipFill>
            <a:blip r:embed="rId4"/>
            <a:stretch/>
          </p:blipFill>
          <p:spPr>
            <a:xfrm>
              <a:off x="-2078640" y="2264040"/>
              <a:ext cx="4082760" cy="3464640"/>
            </a:xfrm>
            <a:prstGeom prst="rect">
              <a:avLst/>
            </a:prstGeom>
            <a:noFill/>
            <a:ln w="0">
              <a:noFill/>
            </a:ln>
          </p:spPr>
        </p:pic>
      </p:grpSp>
      <p:grpSp>
        <p:nvGrpSpPr>
          <p:cNvPr id="118" name="Google Shape;58;p8"/>
          <p:cNvGrpSpPr/>
          <p:nvPr/>
        </p:nvGrpSpPr>
        <p:grpSpPr>
          <a:xfrm>
            <a:off x="7299720" y="-783000"/>
            <a:ext cx="1666800" cy="1972800"/>
            <a:chOff x="7299720" y="-783000"/>
            <a:chExt cx="1666800" cy="1972800"/>
          </a:xfrm>
        </p:grpSpPr>
        <p:sp>
          <p:nvSpPr>
            <p:cNvPr id="119" name="Google Shape;59;p8"/>
            <p:cNvSpPr/>
            <p:nvPr/>
          </p:nvSpPr>
          <p:spPr>
            <a:xfrm>
              <a:off x="7626600" y="-783000"/>
              <a:ext cx="1339920" cy="133992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cxnSp>
          <p:nvCxnSpPr>
            <p:cNvPr id="120" name="Google Shape;60;p8"/>
            <p:cNvCxnSpPr/>
            <p:nvPr/>
          </p:nvCxnSpPr>
          <p:spPr>
            <a:xfrm flipV="1">
              <a:off x="7299720" y="282240"/>
              <a:ext cx="907560" cy="907920"/>
            </a:xfrm>
            <a:prstGeom prst="straightConnector1">
              <a:avLst/>
            </a:prstGeom>
            <a:ln w="9525">
              <a:solidFill>
                <a:srgbClr val="000000"/>
              </a:solidFill>
              <a:round/>
            </a:ln>
          </p:spPr>
        </p:cxn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
    <p:bg>
      <p:bgPr>
        <a:solidFill>
          <a:schemeClr val="lt1"/>
        </a:solidFill>
        <a:effectLst/>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sp>
        <p:nvSpPr>
          <p:cNvPr id="18" name="PlaceHolder 2"/>
          <p:cNvSpPr>
            <a:spLocks noGrp="1"/>
          </p:cNvSpPr>
          <p:nvPr>
            <p:ph type="title"/>
          </p:nvPr>
        </p:nvSpPr>
        <p:spPr>
          <a:xfrm>
            <a:off x="2198160" y="1544760"/>
            <a:ext cx="2205720" cy="775440"/>
          </a:xfrm>
          <a:prstGeom prst="rect">
            <a:avLst/>
          </a:prstGeom>
          <a:noFill/>
          <a:ln w="0">
            <a:noFill/>
          </a:ln>
        </p:spPr>
        <p:txBody>
          <a:bodyPr lIns="91440" tIns="91440" rIns="91440" bIns="91440" anchor="b">
            <a:noAutofit/>
          </a:bodyPr>
          <a:lstStyle/>
          <a:p>
            <a:pPr indent="0">
              <a:buNone/>
            </a:pPr>
            <a:r>
              <a:rPr lang="fr-FR" sz="2000" b="0" u="none" strike="noStrike">
                <a:solidFill>
                  <a:schemeClr val="dk1"/>
                </a:solidFill>
                <a:effectLst/>
                <a:uFillTx/>
                <a:latin typeface="Arial"/>
              </a:rPr>
              <a:t>Click to edit the title text format</a:t>
            </a:r>
          </a:p>
        </p:txBody>
      </p:sp>
      <p:sp>
        <p:nvSpPr>
          <p:cNvPr id="19" name="PlaceHolder 3"/>
          <p:cNvSpPr>
            <a:spLocks noGrp="1"/>
          </p:cNvSpPr>
          <p:nvPr>
            <p:ph type="title"/>
          </p:nvPr>
        </p:nvSpPr>
        <p:spPr>
          <a:xfrm>
            <a:off x="6094440" y="1544760"/>
            <a:ext cx="2205720" cy="775440"/>
          </a:xfrm>
          <a:prstGeom prst="rect">
            <a:avLst/>
          </a:prstGeom>
          <a:noFill/>
          <a:ln w="0">
            <a:noFill/>
          </a:ln>
        </p:spPr>
        <p:txBody>
          <a:bodyPr lIns="91440" tIns="91440" rIns="91440" bIns="91440" anchor="b">
            <a:noAutofit/>
          </a:bodyPr>
          <a:lstStyle/>
          <a:p>
            <a:pPr indent="0">
              <a:buNone/>
            </a:pPr>
            <a:r>
              <a:rPr lang="fr-FR" sz="2000" b="0" u="none" strike="noStrike">
                <a:solidFill>
                  <a:schemeClr val="dk1"/>
                </a:solidFill>
                <a:effectLst/>
                <a:uFillTx/>
                <a:latin typeface="Arial"/>
              </a:rPr>
              <a:t>Click to edit the title text format</a:t>
            </a:r>
          </a:p>
        </p:txBody>
      </p:sp>
      <p:sp>
        <p:nvSpPr>
          <p:cNvPr id="20" name="PlaceHolder 4"/>
          <p:cNvSpPr>
            <a:spLocks noGrp="1"/>
          </p:cNvSpPr>
          <p:nvPr>
            <p:ph type="title"/>
          </p:nvPr>
        </p:nvSpPr>
        <p:spPr>
          <a:xfrm>
            <a:off x="2198160" y="3069000"/>
            <a:ext cx="2205720" cy="775440"/>
          </a:xfrm>
          <a:prstGeom prst="rect">
            <a:avLst/>
          </a:prstGeom>
          <a:noFill/>
          <a:ln w="0">
            <a:noFill/>
          </a:ln>
        </p:spPr>
        <p:txBody>
          <a:bodyPr lIns="91440" tIns="91440" rIns="91440" bIns="91440" anchor="b">
            <a:noAutofit/>
          </a:bodyPr>
          <a:lstStyle/>
          <a:p>
            <a:pPr indent="0">
              <a:buNone/>
            </a:pPr>
            <a:r>
              <a:rPr lang="fr-FR" sz="2000" b="0" u="none" strike="noStrike">
                <a:solidFill>
                  <a:schemeClr val="dk1"/>
                </a:solidFill>
                <a:effectLst/>
                <a:uFillTx/>
                <a:latin typeface="Arial"/>
              </a:rPr>
              <a:t>Click to edit the title text format</a:t>
            </a:r>
          </a:p>
        </p:txBody>
      </p:sp>
      <p:sp>
        <p:nvSpPr>
          <p:cNvPr id="21" name="PlaceHolder 5"/>
          <p:cNvSpPr>
            <a:spLocks noGrp="1"/>
          </p:cNvSpPr>
          <p:nvPr>
            <p:ph type="title"/>
          </p:nvPr>
        </p:nvSpPr>
        <p:spPr>
          <a:xfrm>
            <a:off x="6094440" y="3069000"/>
            <a:ext cx="2205720" cy="775440"/>
          </a:xfrm>
          <a:prstGeom prst="rect">
            <a:avLst/>
          </a:prstGeom>
          <a:noFill/>
          <a:ln w="0">
            <a:noFill/>
          </a:ln>
        </p:spPr>
        <p:txBody>
          <a:bodyPr lIns="91440" tIns="91440" rIns="91440" bIns="91440" anchor="b">
            <a:noAutofit/>
          </a:bodyPr>
          <a:lstStyle/>
          <a:p>
            <a:pPr indent="0">
              <a:buNone/>
            </a:pPr>
            <a:r>
              <a:rPr lang="fr-FR" sz="2000" b="0" u="none" strike="noStrike">
                <a:solidFill>
                  <a:schemeClr val="dk1"/>
                </a:solidFill>
                <a:effectLst/>
                <a:uFillTx/>
                <a:latin typeface="Arial"/>
              </a:rPr>
              <a:t>Click to edit the title text format</a:t>
            </a:r>
          </a:p>
        </p:txBody>
      </p:sp>
      <p:sp>
        <p:nvSpPr>
          <p:cNvPr id="22" name="PlaceHolder 6"/>
          <p:cNvSpPr>
            <a:spLocks noGrp="1"/>
          </p:cNvSpPr>
          <p:nvPr>
            <p:ph type="title"/>
          </p:nvPr>
        </p:nvSpPr>
        <p:spPr>
          <a:xfrm>
            <a:off x="1078200" y="1682280"/>
            <a:ext cx="775440" cy="775440"/>
          </a:xfrm>
          <a:prstGeom prst="rect">
            <a:avLst/>
          </a:prstGeom>
          <a:noFill/>
          <a:ln w="0">
            <a:noFill/>
          </a:ln>
        </p:spPr>
        <p:txBody>
          <a:bodyPr lIns="91440" tIns="91440" rIns="91440" bIns="91440" anchor="ctr">
            <a:noAutofit/>
          </a:bodyPr>
          <a:lstStyle/>
          <a:p>
            <a:pPr indent="0" algn="ctr">
              <a:lnSpc>
                <a:spcPct val="100000"/>
              </a:lnSpc>
              <a:buNone/>
            </a:pPr>
            <a:r>
              <a:rPr lang="fr-FR" sz="3000" b="1" u="none" strike="noStrike">
                <a:solidFill>
                  <a:schemeClr val="dk1"/>
                </a:solidFill>
                <a:effectLst/>
                <a:uFillTx/>
                <a:latin typeface="Raleway"/>
                <a:ea typeface="Raleway"/>
              </a:rPr>
              <a:t>xx%</a:t>
            </a:r>
            <a:endParaRPr lang="fr-FR" sz="3000" b="0" u="none" strike="noStrike">
              <a:solidFill>
                <a:schemeClr val="dk1"/>
              </a:solidFill>
              <a:effectLst/>
              <a:uFillTx/>
              <a:latin typeface="Arial"/>
            </a:endParaRPr>
          </a:p>
        </p:txBody>
      </p:sp>
      <p:sp>
        <p:nvSpPr>
          <p:cNvPr id="23" name="PlaceHolder 7"/>
          <p:cNvSpPr>
            <a:spLocks noGrp="1"/>
          </p:cNvSpPr>
          <p:nvPr>
            <p:ph type="title"/>
          </p:nvPr>
        </p:nvSpPr>
        <p:spPr>
          <a:xfrm>
            <a:off x="1078200" y="3209040"/>
            <a:ext cx="775440" cy="775440"/>
          </a:xfrm>
          <a:prstGeom prst="rect">
            <a:avLst/>
          </a:prstGeom>
          <a:noFill/>
          <a:ln w="0">
            <a:noFill/>
          </a:ln>
        </p:spPr>
        <p:txBody>
          <a:bodyPr lIns="91440" tIns="91440" rIns="91440" bIns="91440" anchor="ctr">
            <a:noAutofit/>
          </a:bodyPr>
          <a:lstStyle/>
          <a:p>
            <a:pPr indent="0" algn="ctr">
              <a:lnSpc>
                <a:spcPct val="100000"/>
              </a:lnSpc>
              <a:buNone/>
            </a:pPr>
            <a:r>
              <a:rPr lang="fr-FR" sz="3000" b="1" u="none" strike="noStrike">
                <a:solidFill>
                  <a:schemeClr val="dk1"/>
                </a:solidFill>
                <a:effectLst/>
                <a:uFillTx/>
                <a:latin typeface="Raleway"/>
                <a:ea typeface="Raleway"/>
              </a:rPr>
              <a:t>xx%</a:t>
            </a:r>
            <a:endParaRPr lang="fr-FR" sz="3000" b="0" u="none" strike="noStrike">
              <a:solidFill>
                <a:schemeClr val="dk1"/>
              </a:solidFill>
              <a:effectLst/>
              <a:uFillTx/>
              <a:latin typeface="Arial"/>
            </a:endParaRPr>
          </a:p>
        </p:txBody>
      </p:sp>
      <p:sp>
        <p:nvSpPr>
          <p:cNvPr id="24" name="PlaceHolder 8"/>
          <p:cNvSpPr>
            <a:spLocks noGrp="1"/>
          </p:cNvSpPr>
          <p:nvPr>
            <p:ph type="title"/>
          </p:nvPr>
        </p:nvSpPr>
        <p:spPr>
          <a:xfrm>
            <a:off x="4821840" y="1682280"/>
            <a:ext cx="775440" cy="775440"/>
          </a:xfrm>
          <a:prstGeom prst="rect">
            <a:avLst/>
          </a:prstGeom>
          <a:noFill/>
          <a:ln w="0">
            <a:noFill/>
          </a:ln>
        </p:spPr>
        <p:txBody>
          <a:bodyPr lIns="91440" tIns="91440" rIns="91440" bIns="91440" anchor="ctr">
            <a:noAutofit/>
          </a:bodyPr>
          <a:lstStyle/>
          <a:p>
            <a:pPr indent="0" algn="ctr">
              <a:lnSpc>
                <a:spcPct val="100000"/>
              </a:lnSpc>
              <a:buNone/>
            </a:pPr>
            <a:r>
              <a:rPr lang="fr-FR" sz="3000" b="1" u="none" strike="noStrike">
                <a:solidFill>
                  <a:schemeClr val="dk1"/>
                </a:solidFill>
                <a:effectLst/>
                <a:uFillTx/>
                <a:latin typeface="Raleway"/>
                <a:ea typeface="Raleway"/>
              </a:rPr>
              <a:t>xx%</a:t>
            </a:r>
            <a:endParaRPr lang="fr-FR" sz="3000" b="0" u="none" strike="noStrike">
              <a:solidFill>
                <a:schemeClr val="dk1"/>
              </a:solidFill>
              <a:effectLst/>
              <a:uFillTx/>
              <a:latin typeface="Arial"/>
            </a:endParaRPr>
          </a:p>
        </p:txBody>
      </p:sp>
      <p:sp>
        <p:nvSpPr>
          <p:cNvPr id="25" name="PlaceHolder 9"/>
          <p:cNvSpPr>
            <a:spLocks noGrp="1"/>
          </p:cNvSpPr>
          <p:nvPr>
            <p:ph type="title"/>
          </p:nvPr>
        </p:nvSpPr>
        <p:spPr>
          <a:xfrm>
            <a:off x="4821840" y="3209040"/>
            <a:ext cx="775440" cy="775440"/>
          </a:xfrm>
          <a:prstGeom prst="rect">
            <a:avLst/>
          </a:prstGeom>
          <a:noFill/>
          <a:ln w="0">
            <a:noFill/>
          </a:ln>
        </p:spPr>
        <p:txBody>
          <a:bodyPr lIns="91440" tIns="91440" rIns="91440" bIns="91440" anchor="ctr">
            <a:noAutofit/>
          </a:bodyPr>
          <a:lstStyle/>
          <a:p>
            <a:pPr indent="0" algn="ctr">
              <a:lnSpc>
                <a:spcPct val="100000"/>
              </a:lnSpc>
              <a:buNone/>
            </a:pPr>
            <a:r>
              <a:rPr lang="fr-FR" sz="3000" b="1" u="none" strike="noStrike">
                <a:solidFill>
                  <a:schemeClr val="dk1"/>
                </a:solidFill>
                <a:effectLst/>
                <a:uFillTx/>
                <a:latin typeface="Raleway"/>
                <a:ea typeface="Raleway"/>
              </a:rPr>
              <a:t>xx%</a:t>
            </a:r>
            <a:endParaRPr lang="fr-FR" sz="3000" b="0" u="none" strike="noStrike">
              <a:solidFill>
                <a:schemeClr val="dk1"/>
              </a:solidFill>
              <a:effectLst/>
              <a:uFillTx/>
              <a:latin typeface="Arial"/>
            </a:endParaRPr>
          </a:p>
        </p:txBody>
      </p:sp>
      <p:grpSp>
        <p:nvGrpSpPr>
          <p:cNvPr id="26" name="Google Shape;91;p13"/>
          <p:cNvGrpSpPr/>
          <p:nvPr/>
        </p:nvGrpSpPr>
        <p:grpSpPr>
          <a:xfrm>
            <a:off x="-1153800" y="-869760"/>
            <a:ext cx="10851840" cy="6627600"/>
            <a:chOff x="-1153800" y="-869760"/>
            <a:chExt cx="10851840" cy="6627600"/>
          </a:xfrm>
        </p:grpSpPr>
        <p:pic>
          <p:nvPicPr>
            <p:cNvPr id="27" name="Google Shape;92;p13"/>
            <p:cNvPicPr/>
            <p:nvPr/>
          </p:nvPicPr>
          <p:blipFill>
            <a:blip r:embed="rId2">
              <a:alphaModFix amt="25000"/>
            </a:blip>
            <a:stretch/>
          </p:blipFill>
          <p:spPr>
            <a:xfrm>
              <a:off x="-1153800" y="4104360"/>
              <a:ext cx="2205720" cy="1653480"/>
            </a:xfrm>
            <a:prstGeom prst="rect">
              <a:avLst/>
            </a:prstGeom>
            <a:noFill/>
            <a:ln w="0">
              <a:noFill/>
            </a:ln>
          </p:spPr>
        </p:pic>
        <p:pic>
          <p:nvPicPr>
            <p:cNvPr id="28" name="Google Shape;93;p13"/>
            <p:cNvPicPr/>
            <p:nvPr/>
          </p:nvPicPr>
          <p:blipFill>
            <a:blip r:embed="rId3"/>
            <a:stretch/>
          </p:blipFill>
          <p:spPr>
            <a:xfrm>
              <a:off x="7649280" y="-869760"/>
              <a:ext cx="2048760" cy="1992960"/>
            </a:xfrm>
            <a:prstGeom prst="rect">
              <a:avLst/>
            </a:prstGeom>
            <a:noFill/>
            <a:ln w="0">
              <a:noFill/>
            </a:ln>
          </p:spPr>
        </p:pic>
      </p:grpSp>
      <p:cxnSp>
        <p:nvCxnSpPr>
          <p:cNvPr id="29" name="Google Shape;94;p13"/>
          <p:cNvCxnSpPr/>
          <p:nvPr/>
        </p:nvCxnSpPr>
        <p:spPr>
          <a:xfrm flipV="1">
            <a:off x="8540640" y="3844800"/>
            <a:ext cx="907920" cy="907920"/>
          </a:xfrm>
          <a:prstGeom prst="straightConnector1">
            <a:avLst/>
          </a:prstGeom>
          <a:ln w="9525">
            <a:solidFill>
              <a:srgbClr val="000000"/>
            </a:solidFill>
            <a:roun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lt1"/>
        </a:solidFill>
        <a:effectLst/>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2296800" y="2934720"/>
            <a:ext cx="4550040" cy="403920"/>
          </a:xfrm>
          <a:prstGeom prst="rect">
            <a:avLst/>
          </a:prstGeom>
          <a:noFill/>
          <a:ln w="9360">
            <a:solidFill>
              <a:srgbClr val="000000"/>
            </a:solidFill>
            <a:round/>
          </a:ln>
        </p:spPr>
        <p:txBody>
          <a:bodyPr lIns="91440" tIns="91440" rIns="91440" bIns="91440" anchor="ctr">
            <a:noAutofit/>
          </a:bodyPr>
          <a:lstStyle/>
          <a:p>
            <a:pPr indent="0">
              <a:buNone/>
            </a:pPr>
            <a:r>
              <a:rPr lang="fr-FR" sz="2000" b="0" u="none" strike="noStrike">
                <a:solidFill>
                  <a:schemeClr val="dk1"/>
                </a:solidFill>
                <a:effectLst/>
                <a:uFillTx/>
                <a:latin typeface="Arial"/>
              </a:rPr>
              <a:t>Click to edit the title text format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1">
    <p:bg>
      <p:bgPr>
        <a:solidFill>
          <a:schemeClr val="lt1"/>
        </a:solidFill>
        <a:effectLst/>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pic>
        <p:nvPicPr>
          <p:cNvPr id="38" name="Google Shape;107;p16"/>
          <p:cNvPicPr/>
          <p:nvPr/>
        </p:nvPicPr>
        <p:blipFill>
          <a:blip r:embed="rId2"/>
          <a:stretch/>
        </p:blipFill>
        <p:spPr>
          <a:xfrm>
            <a:off x="8003520" y="-1094760"/>
            <a:ext cx="2438640" cy="3254400"/>
          </a:xfrm>
          <a:prstGeom prst="rect">
            <a:avLst/>
          </a:prstGeom>
          <a:noFill/>
          <a:ln w="0">
            <a:noFill/>
          </a:ln>
        </p:spPr>
      </p:pic>
      <p:cxnSp>
        <p:nvCxnSpPr>
          <p:cNvPr id="39" name="Google Shape;108;p16"/>
          <p:cNvCxnSpPr/>
          <p:nvPr/>
        </p:nvCxnSpPr>
        <p:spPr>
          <a:xfrm flipV="1">
            <a:off x="-275400" y="4489560"/>
            <a:ext cx="907560" cy="907920"/>
          </a:xfrm>
          <a:prstGeom prst="straightConnector1">
            <a:avLst/>
          </a:prstGeom>
          <a:ln w="9525">
            <a:solidFill>
              <a:srgbClr val="000000"/>
            </a:solidFill>
            <a:roun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lt1"/>
        </a:solid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1214280" y="1266480"/>
            <a:ext cx="3375720" cy="825480"/>
          </a:xfrm>
          <a:prstGeom prst="rect">
            <a:avLst/>
          </a:prstGeom>
          <a:noFill/>
          <a:ln w="0">
            <a:noFill/>
          </a:ln>
        </p:spPr>
        <p:txBody>
          <a:bodyPr lIns="91440" tIns="91440" rIns="91440" bIns="91440" anchor="ctr">
            <a:noAutofit/>
          </a:bodyPr>
          <a:lstStyle/>
          <a:p>
            <a:pPr indent="0" algn="ctr">
              <a:lnSpc>
                <a:spcPct val="100000"/>
              </a:lnSpc>
              <a:buNone/>
            </a:pPr>
            <a:r>
              <a:rPr lang="fr-FR" sz="4800" b="1" u="none" strike="noStrike">
                <a:solidFill>
                  <a:schemeClr val="dk1"/>
                </a:solidFill>
                <a:effectLst/>
                <a:uFillTx/>
                <a:latin typeface="Raleway"/>
                <a:ea typeface="Raleway"/>
              </a:rPr>
              <a:t>xx%</a:t>
            </a:r>
            <a:endParaRPr lang="fr-FR" sz="4800" b="0" u="none" strike="noStrike">
              <a:solidFill>
                <a:schemeClr val="dk1"/>
              </a:solidFill>
              <a:effectLst/>
              <a:uFillTx/>
              <a:latin typeface="Arial"/>
            </a:endParaRPr>
          </a:p>
        </p:txBody>
      </p:sp>
      <p:sp>
        <p:nvSpPr>
          <p:cNvPr id="41" name="PlaceHolder 2"/>
          <p:cNvSpPr>
            <a:spLocks noGrp="1"/>
          </p:cNvSpPr>
          <p:nvPr>
            <p:ph type="title"/>
          </p:nvPr>
        </p:nvSpPr>
        <p:spPr>
          <a:xfrm>
            <a:off x="4553280" y="1266480"/>
            <a:ext cx="3375720" cy="825480"/>
          </a:xfrm>
          <a:prstGeom prst="rect">
            <a:avLst/>
          </a:prstGeom>
          <a:noFill/>
          <a:ln w="0">
            <a:noFill/>
          </a:ln>
        </p:spPr>
        <p:txBody>
          <a:bodyPr lIns="91440" tIns="91440" rIns="91440" bIns="91440" anchor="ctr">
            <a:noAutofit/>
          </a:bodyPr>
          <a:lstStyle/>
          <a:p>
            <a:pPr indent="0" algn="ctr">
              <a:lnSpc>
                <a:spcPct val="100000"/>
              </a:lnSpc>
              <a:buNone/>
            </a:pPr>
            <a:r>
              <a:rPr lang="fr-FR" sz="4800" b="1" u="none" strike="noStrike">
                <a:solidFill>
                  <a:schemeClr val="dk1"/>
                </a:solidFill>
                <a:effectLst/>
                <a:uFillTx/>
                <a:latin typeface="Raleway"/>
                <a:ea typeface="Raleway"/>
              </a:rPr>
              <a:t>xx%</a:t>
            </a:r>
            <a:endParaRPr lang="fr-FR" sz="4800" b="0" u="none" strike="noStrike">
              <a:solidFill>
                <a:schemeClr val="dk1"/>
              </a:solidFill>
              <a:effectLst/>
              <a:uFillTx/>
              <a:latin typeface="Arial"/>
            </a:endParaRPr>
          </a:p>
        </p:txBody>
      </p:sp>
      <p:sp>
        <p:nvSpPr>
          <p:cNvPr id="42" name="PlaceHolder 3"/>
          <p:cNvSpPr>
            <a:spLocks noGrp="1"/>
          </p:cNvSpPr>
          <p:nvPr>
            <p:ph type="title"/>
          </p:nvPr>
        </p:nvSpPr>
        <p:spPr>
          <a:xfrm>
            <a:off x="4553280" y="2628000"/>
            <a:ext cx="3375720" cy="825480"/>
          </a:xfrm>
          <a:prstGeom prst="rect">
            <a:avLst/>
          </a:prstGeom>
          <a:noFill/>
          <a:ln w="0">
            <a:noFill/>
          </a:ln>
        </p:spPr>
        <p:txBody>
          <a:bodyPr lIns="91440" tIns="91440" rIns="91440" bIns="91440" anchor="ctr">
            <a:noAutofit/>
          </a:bodyPr>
          <a:lstStyle/>
          <a:p>
            <a:pPr indent="0" algn="ctr">
              <a:lnSpc>
                <a:spcPct val="100000"/>
              </a:lnSpc>
              <a:buNone/>
            </a:pPr>
            <a:r>
              <a:rPr lang="fr-FR" sz="4800" b="1" u="none" strike="noStrike">
                <a:solidFill>
                  <a:schemeClr val="dk1"/>
                </a:solidFill>
                <a:effectLst/>
                <a:uFillTx/>
                <a:latin typeface="Raleway"/>
                <a:ea typeface="Raleway"/>
              </a:rPr>
              <a:t>xx%</a:t>
            </a:r>
            <a:endParaRPr lang="fr-FR" sz="4800" b="0" u="none" strike="noStrike">
              <a:solidFill>
                <a:schemeClr val="dk1"/>
              </a:solidFill>
              <a:effectLst/>
              <a:uFillTx/>
              <a:latin typeface="Arial"/>
            </a:endParaRPr>
          </a:p>
        </p:txBody>
      </p:sp>
      <p:sp>
        <p:nvSpPr>
          <p:cNvPr id="43" name="PlaceHolder 4"/>
          <p:cNvSpPr>
            <a:spLocks noGrp="1"/>
          </p:cNvSpPr>
          <p:nvPr>
            <p:ph type="title"/>
          </p:nvPr>
        </p:nvSpPr>
        <p:spPr>
          <a:xfrm>
            <a:off x="1214280" y="2628000"/>
            <a:ext cx="3375720" cy="825480"/>
          </a:xfrm>
          <a:prstGeom prst="rect">
            <a:avLst/>
          </a:prstGeom>
          <a:noFill/>
          <a:ln w="0">
            <a:noFill/>
          </a:ln>
        </p:spPr>
        <p:txBody>
          <a:bodyPr lIns="91440" tIns="91440" rIns="91440" bIns="91440" anchor="ctr">
            <a:noAutofit/>
          </a:bodyPr>
          <a:lstStyle/>
          <a:p>
            <a:pPr indent="0" algn="ctr">
              <a:lnSpc>
                <a:spcPct val="100000"/>
              </a:lnSpc>
              <a:buNone/>
            </a:pPr>
            <a:r>
              <a:rPr lang="fr-FR" sz="4800" b="1" u="none" strike="noStrike">
                <a:solidFill>
                  <a:schemeClr val="dk1"/>
                </a:solidFill>
                <a:effectLst/>
                <a:uFillTx/>
                <a:latin typeface="Raleway"/>
                <a:ea typeface="Raleway"/>
              </a:rPr>
              <a:t>xx%</a:t>
            </a:r>
            <a:endParaRPr lang="fr-FR" sz="4800" b="0" u="none" strike="noStrike">
              <a:solidFill>
                <a:schemeClr val="dk1"/>
              </a:solidFill>
              <a:effectLst/>
              <a:uFillTx/>
              <a:latin typeface="Arial"/>
            </a:endParaRPr>
          </a:p>
        </p:txBody>
      </p:sp>
      <p:pic>
        <p:nvPicPr>
          <p:cNvPr id="44" name="Google Shape;118;p17"/>
          <p:cNvPicPr/>
          <p:nvPr/>
        </p:nvPicPr>
        <p:blipFill>
          <a:blip r:embed="rId2">
            <a:alphaModFix amt="88000"/>
          </a:blip>
          <a:stretch/>
        </p:blipFill>
        <p:spPr>
          <a:xfrm>
            <a:off x="-929160" y="3671640"/>
            <a:ext cx="3297600" cy="2766600"/>
          </a:xfrm>
          <a:prstGeom prst="rect">
            <a:avLst/>
          </a:prstGeom>
          <a:noFill/>
          <a:ln w="0">
            <a:noFill/>
          </a:ln>
        </p:spPr>
      </p:pic>
      <p:pic>
        <p:nvPicPr>
          <p:cNvPr id="45" name="Google Shape;119;p17"/>
          <p:cNvPicPr/>
          <p:nvPr/>
        </p:nvPicPr>
        <p:blipFill>
          <a:blip r:embed="rId3">
            <a:alphaModFix amt="67000"/>
          </a:blip>
          <a:srcRect l="5148" r="5141"/>
          <a:stretch/>
        </p:blipFill>
        <p:spPr>
          <a:xfrm>
            <a:off x="-1824840" y="2804040"/>
            <a:ext cx="3453480" cy="3359520"/>
          </a:xfrm>
          <a:prstGeom prst="rect">
            <a:avLst/>
          </a:prstGeom>
          <a:noFill/>
          <a:ln w="0">
            <a:noFill/>
          </a:ln>
        </p:spPr>
      </p:pic>
      <p:pic>
        <p:nvPicPr>
          <p:cNvPr id="46" name="Google Shape;120;p17"/>
          <p:cNvPicPr/>
          <p:nvPr/>
        </p:nvPicPr>
        <p:blipFill>
          <a:blip r:embed="rId4"/>
          <a:stretch/>
        </p:blipFill>
        <p:spPr>
          <a:xfrm>
            <a:off x="6885720" y="-1629360"/>
            <a:ext cx="4082760" cy="3464640"/>
          </a:xfrm>
          <a:prstGeom prst="rect">
            <a:avLst/>
          </a:prstGeom>
          <a:noFill/>
          <a:ln w="0">
            <a:noFill/>
          </a:ln>
        </p:spPr>
      </p:pic>
      <p:sp>
        <p:nvSpPr>
          <p:cNvPr id="47" name="Google Shape;121;p17"/>
          <p:cNvSpPr/>
          <p:nvPr/>
        </p:nvSpPr>
        <p:spPr>
          <a:xfrm>
            <a:off x="7976520" y="3116160"/>
            <a:ext cx="1339920" cy="133992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cxnSp>
        <p:nvCxnSpPr>
          <p:cNvPr id="48" name="Google Shape;122;p17"/>
          <p:cNvCxnSpPr/>
          <p:nvPr/>
        </p:nvCxnSpPr>
        <p:spPr>
          <a:xfrm flipV="1">
            <a:off x="7680960" y="4192200"/>
            <a:ext cx="907560" cy="907560"/>
          </a:xfrm>
          <a:prstGeom prst="straightConnector1">
            <a:avLst/>
          </a:prstGeom>
          <a:ln w="9525">
            <a:solidFill>
              <a:srgbClr val="000000"/>
            </a:solidFill>
            <a:round/>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CUSTOM_2">
    <p:bg>
      <p:bgPr>
        <a:solidFill>
          <a:schemeClr val="lt1"/>
        </a:solidFill>
        <a:effectLst/>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6019560" y="2794680"/>
            <a:ext cx="2404080" cy="393120"/>
          </a:xfrm>
          <a:prstGeom prst="rect">
            <a:avLst/>
          </a:prstGeom>
          <a:noFill/>
          <a:ln w="0">
            <a:noFill/>
          </a:ln>
        </p:spPr>
        <p:txBody>
          <a:bodyPr lIns="91440" tIns="91440" rIns="91440" bIns="91440" anchor="ctr">
            <a:noAutofit/>
          </a:bodyPr>
          <a:lstStyle/>
          <a:p>
            <a:pPr indent="0">
              <a:buNone/>
            </a:pPr>
            <a:r>
              <a:rPr lang="fr-FR" sz="1800" b="0" u="none" strike="noStrike">
                <a:solidFill>
                  <a:schemeClr val="dk1"/>
                </a:solidFill>
                <a:effectLst/>
                <a:uFillTx/>
                <a:latin typeface="Arial"/>
              </a:rPr>
              <a:t>Click to edit the title text format</a:t>
            </a:r>
          </a:p>
        </p:txBody>
      </p:sp>
      <p:sp>
        <p:nvSpPr>
          <p:cNvPr id="50" name="PlaceHolder 2"/>
          <p:cNvSpPr>
            <a:spLocks noGrp="1"/>
          </p:cNvSpPr>
          <p:nvPr>
            <p:ph type="title"/>
          </p:nvPr>
        </p:nvSpPr>
        <p:spPr>
          <a:xfrm>
            <a:off x="3369600" y="2794680"/>
            <a:ext cx="2404080" cy="393120"/>
          </a:xfrm>
          <a:prstGeom prst="rect">
            <a:avLst/>
          </a:prstGeom>
          <a:noFill/>
          <a:ln w="0">
            <a:noFill/>
          </a:ln>
        </p:spPr>
        <p:txBody>
          <a:bodyPr lIns="91440" tIns="91440" rIns="91440" bIns="91440" anchor="ctr">
            <a:noAutofit/>
          </a:bodyPr>
          <a:lstStyle/>
          <a:p>
            <a:pPr indent="0">
              <a:buNone/>
            </a:pPr>
            <a:r>
              <a:rPr lang="fr-FR" sz="1800" b="0" u="none" strike="noStrike">
                <a:solidFill>
                  <a:schemeClr val="dk1"/>
                </a:solidFill>
                <a:effectLst/>
                <a:uFillTx/>
                <a:latin typeface="Arial"/>
              </a:rPr>
              <a:t>Click to edit the title text format</a:t>
            </a:r>
          </a:p>
        </p:txBody>
      </p:sp>
      <p:sp>
        <p:nvSpPr>
          <p:cNvPr id="51" name="PlaceHolder 3"/>
          <p:cNvSpPr>
            <a:spLocks noGrp="1"/>
          </p:cNvSpPr>
          <p:nvPr>
            <p:ph type="title"/>
          </p:nvPr>
        </p:nvSpPr>
        <p:spPr>
          <a:xfrm>
            <a:off x="720000" y="2794680"/>
            <a:ext cx="2404080" cy="393120"/>
          </a:xfrm>
          <a:prstGeom prst="rect">
            <a:avLst/>
          </a:prstGeom>
          <a:noFill/>
          <a:ln w="0">
            <a:noFill/>
          </a:ln>
        </p:spPr>
        <p:txBody>
          <a:bodyPr lIns="91440" tIns="91440" rIns="91440" bIns="91440" anchor="ctr">
            <a:noAutofit/>
          </a:bodyPr>
          <a:lstStyle/>
          <a:p>
            <a:pPr indent="0">
              <a:buNone/>
            </a:pPr>
            <a:r>
              <a:rPr lang="fr-FR" sz="1800" b="0" u="none" strike="noStrike">
                <a:solidFill>
                  <a:schemeClr val="dk1"/>
                </a:solidFill>
                <a:effectLst/>
                <a:uFillTx/>
                <a:latin typeface="Arial"/>
              </a:rPr>
              <a:t>Click to edit the title text format</a:t>
            </a:r>
          </a:p>
        </p:txBody>
      </p:sp>
      <p:sp>
        <p:nvSpPr>
          <p:cNvPr id="52" name="PlaceHolder 4"/>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pic>
        <p:nvPicPr>
          <p:cNvPr id="53" name="Google Shape;131;p18"/>
          <p:cNvPicPr/>
          <p:nvPr/>
        </p:nvPicPr>
        <p:blipFill>
          <a:blip r:embed="rId2"/>
          <a:stretch/>
        </p:blipFill>
        <p:spPr>
          <a:xfrm>
            <a:off x="6520320" y="-734400"/>
            <a:ext cx="4082760" cy="2269080"/>
          </a:xfrm>
          <a:prstGeom prst="rect">
            <a:avLst/>
          </a:prstGeom>
          <a:noFill/>
          <a:ln w="0">
            <a:noFill/>
          </a:ln>
        </p:spPr>
      </p:pic>
      <p:cxnSp>
        <p:nvCxnSpPr>
          <p:cNvPr id="54" name="Google Shape;132;p18"/>
          <p:cNvCxnSpPr/>
          <p:nvPr/>
        </p:nvCxnSpPr>
        <p:spPr>
          <a:xfrm flipV="1">
            <a:off x="532800" y="4477680"/>
            <a:ext cx="907560" cy="907920"/>
          </a:xfrm>
          <a:prstGeom prst="straightConnector1">
            <a:avLst/>
          </a:prstGeom>
          <a:ln w="9525">
            <a:solidFill>
              <a:srgbClr val="000000"/>
            </a:solidFill>
            <a:roun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CUSTOM_2_1">
    <p:bg>
      <p:bgPr>
        <a:solidFill>
          <a:schemeClr val="lt1"/>
        </a:solidFill>
        <a:effectLst/>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6019560" y="1551960"/>
            <a:ext cx="2404080" cy="393120"/>
          </a:xfrm>
          <a:prstGeom prst="rect">
            <a:avLst/>
          </a:prstGeom>
          <a:noFill/>
          <a:ln w="0">
            <a:noFill/>
          </a:ln>
        </p:spPr>
        <p:txBody>
          <a:bodyPr lIns="91440" tIns="91440" rIns="91440" bIns="91440" anchor="ctr">
            <a:noAutofit/>
          </a:bodyPr>
          <a:lstStyle/>
          <a:p>
            <a:pPr indent="0">
              <a:buNone/>
            </a:pPr>
            <a:r>
              <a:rPr lang="fr-FR" sz="1800" b="0" u="none" strike="noStrike">
                <a:solidFill>
                  <a:schemeClr val="dk1"/>
                </a:solidFill>
                <a:effectLst/>
                <a:uFillTx/>
                <a:latin typeface="Arial"/>
              </a:rPr>
              <a:t>Click to edit the title text format</a:t>
            </a:r>
          </a:p>
        </p:txBody>
      </p:sp>
      <p:sp>
        <p:nvSpPr>
          <p:cNvPr id="56" name="PlaceHolder 2"/>
          <p:cNvSpPr>
            <a:spLocks noGrp="1"/>
          </p:cNvSpPr>
          <p:nvPr>
            <p:ph type="title"/>
          </p:nvPr>
        </p:nvSpPr>
        <p:spPr>
          <a:xfrm>
            <a:off x="3369600" y="1551960"/>
            <a:ext cx="2404080" cy="393120"/>
          </a:xfrm>
          <a:prstGeom prst="rect">
            <a:avLst/>
          </a:prstGeom>
          <a:noFill/>
          <a:ln w="0">
            <a:noFill/>
          </a:ln>
        </p:spPr>
        <p:txBody>
          <a:bodyPr lIns="91440" tIns="91440" rIns="91440" bIns="91440" anchor="ctr">
            <a:noAutofit/>
          </a:bodyPr>
          <a:lstStyle/>
          <a:p>
            <a:pPr indent="0">
              <a:buNone/>
            </a:pPr>
            <a:r>
              <a:rPr lang="fr-FR" sz="1800" b="0" u="none" strike="noStrike">
                <a:solidFill>
                  <a:schemeClr val="dk1"/>
                </a:solidFill>
                <a:effectLst/>
                <a:uFillTx/>
                <a:latin typeface="Arial"/>
              </a:rPr>
              <a:t>Click to edit the title text format</a:t>
            </a:r>
          </a:p>
        </p:txBody>
      </p:sp>
      <p:sp>
        <p:nvSpPr>
          <p:cNvPr id="57" name="PlaceHolder 3"/>
          <p:cNvSpPr>
            <a:spLocks noGrp="1"/>
          </p:cNvSpPr>
          <p:nvPr>
            <p:ph type="title"/>
          </p:nvPr>
        </p:nvSpPr>
        <p:spPr>
          <a:xfrm>
            <a:off x="720000" y="1551960"/>
            <a:ext cx="2404080" cy="393120"/>
          </a:xfrm>
          <a:prstGeom prst="rect">
            <a:avLst/>
          </a:prstGeom>
          <a:noFill/>
          <a:ln w="0">
            <a:noFill/>
          </a:ln>
        </p:spPr>
        <p:txBody>
          <a:bodyPr lIns="91440" tIns="91440" rIns="91440" bIns="91440" anchor="ctr">
            <a:noAutofit/>
          </a:bodyPr>
          <a:lstStyle/>
          <a:p>
            <a:pPr indent="0">
              <a:buNone/>
            </a:pPr>
            <a:r>
              <a:rPr lang="fr-FR" sz="1800" b="0" u="none" strike="noStrike">
                <a:solidFill>
                  <a:schemeClr val="dk1"/>
                </a:solidFill>
                <a:effectLst/>
                <a:uFillTx/>
                <a:latin typeface="Arial"/>
              </a:rPr>
              <a:t>Click to edit the title text format</a:t>
            </a:r>
          </a:p>
        </p:txBody>
      </p:sp>
      <p:sp>
        <p:nvSpPr>
          <p:cNvPr id="58" name="PlaceHolder 4"/>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pic>
        <p:nvPicPr>
          <p:cNvPr id="59" name="Google Shape;141;p19"/>
          <p:cNvPicPr/>
          <p:nvPr/>
        </p:nvPicPr>
        <p:blipFill>
          <a:blip r:embed="rId2">
            <a:alphaModFix amt="67000"/>
          </a:blip>
          <a:srcRect l="5148" r="5141"/>
          <a:stretch/>
        </p:blipFill>
        <p:spPr>
          <a:xfrm rot="1800000">
            <a:off x="7215840" y="-2607840"/>
            <a:ext cx="3453480" cy="4295880"/>
          </a:xfrm>
          <a:prstGeom prst="rect">
            <a:avLst/>
          </a:prstGeom>
          <a:noFill/>
          <a:ln w="0">
            <a:noFill/>
          </a:ln>
        </p:spPr>
      </p:pic>
      <p:pic>
        <p:nvPicPr>
          <p:cNvPr id="60" name="Google Shape;142;p19"/>
          <p:cNvPicPr/>
          <p:nvPr/>
        </p:nvPicPr>
        <p:blipFill>
          <a:blip r:embed="rId3">
            <a:alphaModFix amt="88000"/>
          </a:blip>
          <a:stretch/>
        </p:blipFill>
        <p:spPr>
          <a:xfrm>
            <a:off x="7891200" y="3977640"/>
            <a:ext cx="3297600" cy="2766600"/>
          </a:xfrm>
          <a:prstGeom prst="rect">
            <a:avLst/>
          </a:prstGeom>
          <a:noFill/>
          <a:ln w="0">
            <a:noFill/>
          </a:ln>
        </p:spPr>
      </p:pic>
      <p:cxnSp>
        <p:nvCxnSpPr>
          <p:cNvPr id="61" name="Google Shape;143;p19"/>
          <p:cNvCxnSpPr/>
          <p:nvPr/>
        </p:nvCxnSpPr>
        <p:spPr>
          <a:xfrm flipV="1">
            <a:off x="-216000" y="4013640"/>
            <a:ext cx="907560" cy="907920"/>
          </a:xfrm>
          <a:prstGeom prst="straightConnector1">
            <a:avLst/>
          </a:prstGeom>
          <a:ln w="9525">
            <a:solidFill>
              <a:srgbClr val="000000"/>
            </a:solidFill>
            <a:round/>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lt1"/>
        </a:solidFill>
        <a:effectLst/>
      </p:bgPr>
    </p:bg>
    <p:spTree>
      <p:nvGrpSpPr>
        <p:cNvPr id="1" name=""/>
        <p:cNvGrpSpPr/>
        <p:nvPr/>
      </p:nvGrpSpPr>
      <p:grpSpPr>
        <a:xfrm>
          <a:off x="0" y="0"/>
          <a:ext cx="0" cy="0"/>
          <a:chOff x="0" y="0"/>
          <a:chExt cx="0" cy="0"/>
        </a:xfrm>
      </p:grpSpPr>
      <p:pic>
        <p:nvPicPr>
          <p:cNvPr id="87" name="Google Shape;161;p22"/>
          <p:cNvPicPr/>
          <p:nvPr/>
        </p:nvPicPr>
        <p:blipFill>
          <a:blip r:embed="rId2"/>
          <a:stretch/>
        </p:blipFill>
        <p:spPr>
          <a:xfrm>
            <a:off x="-1869120" y="2007360"/>
            <a:ext cx="3477240" cy="3382560"/>
          </a:xfrm>
          <a:prstGeom prst="rect">
            <a:avLst/>
          </a:prstGeom>
          <a:noFill/>
          <a:ln w="0">
            <a:noFill/>
          </a:ln>
        </p:spPr>
      </p:pic>
      <p:pic>
        <p:nvPicPr>
          <p:cNvPr id="88" name="Google Shape;162;p22"/>
          <p:cNvPicPr/>
          <p:nvPr/>
        </p:nvPicPr>
        <p:blipFill>
          <a:blip r:embed="rId3">
            <a:alphaModFix amt="67000"/>
          </a:blip>
          <a:srcRect l="5148" r="5141"/>
          <a:stretch/>
        </p:blipFill>
        <p:spPr>
          <a:xfrm>
            <a:off x="-1373040" y="3850920"/>
            <a:ext cx="2671920" cy="2113920"/>
          </a:xfrm>
          <a:prstGeom prst="rect">
            <a:avLst/>
          </a:prstGeom>
          <a:noFill/>
          <a:ln w="0">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 preserve="1">
  <p:cSld name="TITLE_AND_BODY">
    <p:bg>
      <p:bgPr>
        <a:solidFill>
          <a:schemeClr val="lt1"/>
        </a:solidFill>
        <a:effectLst/>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sp>
        <p:nvSpPr>
          <p:cNvPr id="93" name="PlaceHolder 2"/>
          <p:cNvSpPr>
            <a:spLocks noGrp="1"/>
          </p:cNvSpPr>
          <p:nvPr>
            <p:ph type="body"/>
          </p:nvPr>
        </p:nvSpPr>
        <p:spPr>
          <a:xfrm>
            <a:off x="720000" y="1203120"/>
            <a:ext cx="7703640" cy="232560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pic>
        <p:nvPicPr>
          <p:cNvPr id="94" name="Google Shape;28;p4"/>
          <p:cNvPicPr/>
          <p:nvPr/>
        </p:nvPicPr>
        <p:blipFill>
          <a:blip r:embed="rId2"/>
          <a:stretch/>
        </p:blipFill>
        <p:spPr>
          <a:xfrm>
            <a:off x="-1869120" y="2007360"/>
            <a:ext cx="3477240" cy="3382560"/>
          </a:xfrm>
          <a:prstGeom prst="rect">
            <a:avLst/>
          </a:prstGeom>
          <a:noFill/>
          <a:ln w="0">
            <a:noFill/>
          </a:ln>
        </p:spPr>
      </p:pic>
      <p:pic>
        <p:nvPicPr>
          <p:cNvPr id="95" name="Google Shape;29;p4"/>
          <p:cNvPicPr/>
          <p:nvPr/>
        </p:nvPicPr>
        <p:blipFill>
          <a:blip r:embed="rId3">
            <a:alphaModFix amt="67000"/>
          </a:blip>
          <a:srcRect l="5148" r="5141"/>
          <a:stretch/>
        </p:blipFill>
        <p:spPr>
          <a:xfrm>
            <a:off x="-1373040" y="3850920"/>
            <a:ext cx="2671920" cy="2113920"/>
          </a:xfrm>
          <a:prstGeom prst="rect">
            <a:avLst/>
          </a:prstGeom>
          <a:noFill/>
          <a:ln w="0">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ITLE_AND_TWO_COLUMNS">
    <p:bg>
      <p:bgPr>
        <a:solidFill>
          <a:schemeClr val="lt1"/>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sp>
        <p:nvSpPr>
          <p:cNvPr id="97" name="PlaceHolder 2"/>
          <p:cNvSpPr>
            <a:spLocks noGrp="1"/>
          </p:cNvSpPr>
          <p:nvPr>
            <p:ph type="title"/>
          </p:nvPr>
        </p:nvSpPr>
        <p:spPr>
          <a:xfrm>
            <a:off x="977760" y="1622520"/>
            <a:ext cx="3421800" cy="572400"/>
          </a:xfrm>
          <a:prstGeom prst="rect">
            <a:avLst/>
          </a:prstGeom>
          <a:noFill/>
          <a:ln w="0">
            <a:noFill/>
          </a:ln>
        </p:spPr>
        <p:txBody>
          <a:bodyPr lIns="91440" tIns="91440" rIns="91440" bIns="91440" anchor="b">
            <a:noAutofit/>
          </a:bodyPr>
          <a:lstStyle/>
          <a:p>
            <a:pPr indent="0">
              <a:buNone/>
            </a:pPr>
            <a:r>
              <a:rPr lang="fr-FR" sz="1800" b="0" u="none" strike="noStrike">
                <a:solidFill>
                  <a:schemeClr val="dk1"/>
                </a:solidFill>
                <a:effectLst/>
                <a:uFillTx/>
                <a:latin typeface="Arial"/>
              </a:rPr>
              <a:t>Click to edit the title text format</a:t>
            </a:r>
          </a:p>
        </p:txBody>
      </p:sp>
      <p:sp>
        <p:nvSpPr>
          <p:cNvPr id="98" name="PlaceHolder 3"/>
          <p:cNvSpPr>
            <a:spLocks noGrp="1"/>
          </p:cNvSpPr>
          <p:nvPr>
            <p:ph type="title"/>
          </p:nvPr>
        </p:nvSpPr>
        <p:spPr>
          <a:xfrm>
            <a:off x="4744080" y="1622520"/>
            <a:ext cx="3421800" cy="572400"/>
          </a:xfrm>
          <a:prstGeom prst="rect">
            <a:avLst/>
          </a:prstGeom>
          <a:noFill/>
          <a:ln w="0">
            <a:noFill/>
          </a:ln>
        </p:spPr>
        <p:txBody>
          <a:bodyPr lIns="91440" tIns="91440" rIns="91440" bIns="91440" anchor="b">
            <a:noAutofit/>
          </a:bodyPr>
          <a:lstStyle/>
          <a:p>
            <a:pPr indent="0">
              <a:buNone/>
            </a:pPr>
            <a:r>
              <a:rPr lang="fr-FR" sz="1800" b="0" u="none" strike="noStrike">
                <a:solidFill>
                  <a:schemeClr val="dk1"/>
                </a:solidFill>
                <a:effectLst/>
                <a:uFillTx/>
                <a:latin typeface="Arial"/>
              </a:rPr>
              <a:t>Click to edit the title text format</a:t>
            </a:r>
          </a:p>
        </p:txBody>
      </p:sp>
      <p:pic>
        <p:nvPicPr>
          <p:cNvPr id="99" name="Google Shape;36;p5"/>
          <p:cNvPicPr/>
          <p:nvPr/>
        </p:nvPicPr>
        <p:blipFill>
          <a:blip r:embed="rId2">
            <a:alphaModFix amt="67000"/>
          </a:blip>
          <a:srcRect l="5148" r="5141"/>
          <a:stretch/>
        </p:blipFill>
        <p:spPr>
          <a:xfrm rot="19800000" flipH="1">
            <a:off x="-1662120" y="2021040"/>
            <a:ext cx="3453480" cy="4295880"/>
          </a:xfrm>
          <a:prstGeom prst="rect">
            <a:avLst/>
          </a:prstGeom>
          <a:noFill/>
          <a:ln w="0">
            <a:noFill/>
          </a:ln>
        </p:spPr>
      </p:pic>
      <p:sp>
        <p:nvSpPr>
          <p:cNvPr id="100" name="Google Shape;37;p5"/>
          <p:cNvSpPr/>
          <p:nvPr/>
        </p:nvSpPr>
        <p:spPr>
          <a:xfrm>
            <a:off x="-698760" y="4214520"/>
            <a:ext cx="2296800" cy="67536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pic>
        <p:nvPicPr>
          <p:cNvPr id="101" name="Google Shape;38;p5"/>
          <p:cNvPicPr/>
          <p:nvPr/>
        </p:nvPicPr>
        <p:blipFill>
          <a:blip r:embed="rId3">
            <a:alphaModFix amt="61000"/>
          </a:blip>
          <a:stretch/>
        </p:blipFill>
        <p:spPr>
          <a:xfrm rot="19800000" flipH="1">
            <a:off x="-658440" y="4092480"/>
            <a:ext cx="3297600" cy="2365560"/>
          </a:xfrm>
          <a:prstGeom prst="rect">
            <a:avLst/>
          </a:prstGeom>
          <a:noFill/>
          <a:ln w="0">
            <a:noFill/>
          </a:ln>
        </p:spPr>
      </p:pic>
      <p:sp>
        <p:nvSpPr>
          <p:cNvPr id="102" name="Google Shape;39;p5"/>
          <p:cNvSpPr/>
          <p:nvPr/>
        </p:nvSpPr>
        <p:spPr>
          <a:xfrm>
            <a:off x="8424000" y="813960"/>
            <a:ext cx="2890440" cy="4216320"/>
          </a:xfrm>
          <a:prstGeom prst="round2SameRect">
            <a:avLst>
              <a:gd name="adj1" fmla="val 50000"/>
              <a:gd name="adj2" fmla="val 0"/>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10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pic>
        <p:nvPicPr>
          <p:cNvPr id="104" name="Google Shape;42;p6"/>
          <p:cNvPicPr/>
          <p:nvPr/>
        </p:nvPicPr>
        <p:blipFill>
          <a:blip r:embed="rId2">
            <a:alphaModFix amt="49000"/>
          </a:blip>
          <a:srcRect l="-2360" t="1001" r="2360" b="-1001"/>
          <a:stretch/>
        </p:blipFill>
        <p:spPr>
          <a:xfrm>
            <a:off x="-1851120" y="-835200"/>
            <a:ext cx="2593080" cy="3180240"/>
          </a:xfrm>
          <a:prstGeom prst="rect">
            <a:avLst/>
          </a:prstGeom>
          <a:noFill/>
          <a:ln w="0">
            <a:noFill/>
          </a:ln>
        </p:spPr>
      </p:pic>
      <p:pic>
        <p:nvPicPr>
          <p:cNvPr id="105" name="Google Shape;43;p6"/>
          <p:cNvPicPr/>
          <p:nvPr/>
        </p:nvPicPr>
        <p:blipFill>
          <a:blip r:embed="rId3"/>
          <a:stretch/>
        </p:blipFill>
        <p:spPr>
          <a:xfrm>
            <a:off x="8098200" y="2737800"/>
            <a:ext cx="2438640" cy="3254400"/>
          </a:xfrm>
          <a:prstGeom prst="rect">
            <a:avLst/>
          </a:prstGeom>
          <a:noFill/>
          <a:ln w="0">
            <a:noFill/>
          </a:ln>
        </p:spPr>
      </p:pic>
      <p:cxnSp>
        <p:nvCxnSpPr>
          <p:cNvPr id="106" name="Google Shape;44;p6"/>
          <p:cNvCxnSpPr/>
          <p:nvPr/>
        </p:nvCxnSpPr>
        <p:spPr>
          <a:xfrm flipV="1">
            <a:off x="7995960" y="-215640"/>
            <a:ext cx="907920" cy="907560"/>
          </a:xfrm>
          <a:prstGeom prst="straightConnector1">
            <a:avLst/>
          </a:prstGeom>
          <a:ln w="9525">
            <a:solidFill>
              <a:srgbClr val="000000"/>
            </a:solidFill>
            <a:round/>
          </a:ln>
        </p:spPr>
      </p:cxnSp>
      <p:sp>
        <p:nvSpPr>
          <p:cNvPr id="107"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ECTION_TITLE_AND_DESCRIPTION">
    <p:bg>
      <p:bgPr>
        <a:solidFill>
          <a:schemeClr val="lt1"/>
        </a:solidFill>
        <a:effectLst/>
      </p:bgPr>
    </p:bg>
    <p:spTree>
      <p:nvGrpSpPr>
        <p:cNvPr id="1" name=""/>
        <p:cNvGrpSpPr/>
        <p:nvPr/>
      </p:nvGrpSpPr>
      <p:grpSpPr>
        <a:xfrm>
          <a:off x="0" y="0"/>
          <a:ext cx="0" cy="0"/>
          <a:chOff x="0" y="0"/>
          <a:chExt cx="0" cy="0"/>
        </a:xfrm>
      </p:grpSpPr>
      <p:sp>
        <p:nvSpPr>
          <p:cNvPr id="121" name="PlaceHolder 1"/>
          <p:cNvSpPr>
            <a:spLocks noGrp="1"/>
          </p:cNvSpPr>
          <p:nvPr>
            <p:ph type="body"/>
          </p:nvPr>
        </p:nvSpPr>
        <p:spPr>
          <a:xfrm>
            <a:off x="720000" y="1570680"/>
            <a:ext cx="4046760" cy="21859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2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2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2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2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2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2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200" b="0" u="none" strike="noStrike">
                <a:solidFill>
                  <a:srgbClr val="000000"/>
                </a:solidFill>
                <a:effectLst/>
                <a:uFillTx/>
                <a:latin typeface="Arial"/>
              </a:rPr>
              <a:t>Seventh Outline Level</a:t>
            </a:r>
          </a:p>
        </p:txBody>
      </p:sp>
      <p:sp>
        <p:nvSpPr>
          <p:cNvPr id="122" name="PlaceHolder 2"/>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lt1"/>
        </a:solidFill>
        <a:effectLst/>
      </p:bgPr>
    </p:bg>
    <p:spTree>
      <p:nvGrpSpPr>
        <p:cNvPr id="1" name=""/>
        <p:cNvGrpSpPr/>
        <p:nvPr/>
      </p:nvGrpSpPr>
      <p:grpSpPr>
        <a:xfrm>
          <a:off x="0" y="0"/>
          <a:ext cx="0" cy="0"/>
          <a:chOff x="0" y="0"/>
          <a:chExt cx="0" cy="0"/>
        </a:xfrm>
      </p:grpSpPr>
      <p:sp>
        <p:nvSpPr>
          <p:cNvPr id="123" name="PlaceHolder 1"/>
          <p:cNvSpPr>
            <a:spLocks noGrp="1"/>
          </p:cNvSpPr>
          <p:nvPr>
            <p:ph type="body"/>
          </p:nvPr>
        </p:nvSpPr>
        <p:spPr>
          <a:xfrm>
            <a:off x="0" y="0"/>
            <a:ext cx="9143640" cy="5143320"/>
          </a:xfrm>
          <a:prstGeom prst="rect">
            <a:avLst/>
          </a:prstGeom>
          <a:noFill/>
          <a:ln w="0">
            <a:noFill/>
          </a:ln>
        </p:spPr>
        <p:txBody>
          <a:bodyPr lIns="90000" tIns="45000" rIns="90000" bIns="45000" anchor="t">
            <a:normAutofit/>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
        <p:nvSpPr>
          <p:cNvPr id="124" name="PlaceHolder 2"/>
          <p:cNvSpPr>
            <a:spLocks noGrp="1"/>
          </p:cNvSpPr>
          <p:nvPr>
            <p:ph type="body"/>
          </p:nvPr>
        </p:nvSpPr>
        <p:spPr>
          <a:xfrm>
            <a:off x="720000" y="2269080"/>
            <a:ext cx="7703640" cy="604800"/>
          </a:xfrm>
          <a:prstGeom prst="rect">
            <a:avLst/>
          </a:prstGeom>
          <a:noFill/>
          <a:ln w="9360">
            <a:solidFill>
              <a:srgbClr val="000000"/>
            </a:solidFill>
            <a:round/>
          </a:ln>
        </p:spPr>
        <p:txBody>
          <a:bodyPr lIns="91440" tIns="91440" rIns="91440" bIns="91440" anchor="ctr">
            <a:noAutofit/>
          </a:bodyPr>
          <a:lstStyle/>
          <a:p>
            <a:pPr marL="432000" indent="-324000">
              <a:spcBef>
                <a:spcPts val="1417"/>
              </a:spcBef>
              <a:buClr>
                <a:srgbClr val="000000"/>
              </a:buClr>
              <a:buSzPct val="45000"/>
              <a:buFont typeface="Wingdings" charset="2"/>
              <a:buChar char=""/>
            </a:pPr>
            <a:r>
              <a:rPr lang="fr-FR" sz="40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40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40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40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4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4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4000" b="0" u="none" strike="noStrike">
                <a:solidFill>
                  <a:srgbClr val="000000"/>
                </a:solidFill>
                <a:effectLst/>
                <a:uFillTx/>
                <a:latin typeface="Arial"/>
              </a:rPr>
              <a:t>Seventh Outline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imple-light-2">
    <p:bg>
      <p:bgPr>
        <a:solidFill>
          <a:srgbClr val="0E2A47"/>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0E2A47"/>
        </a:solidFill>
        <a:effectLst/>
      </p:bgPr>
    </p:bg>
    <p:spTree>
      <p:nvGrpSpPr>
        <p:cNvPr id="1" name=""/>
        <p:cNvGrpSpPr/>
        <p:nvPr/>
      </p:nvGrpSpPr>
      <p:grpSpPr>
        <a:xfrm>
          <a:off x="0" y="0"/>
          <a:ext cx="0" cy="0"/>
          <a:chOff x="0" y="0"/>
          <a:chExt cx="0" cy="0"/>
        </a:xfrm>
      </p:grpSpPr>
      <p:sp>
        <p:nvSpPr>
          <p:cNvPr id="125" name="PlaceHolder 1"/>
          <p:cNvSpPr>
            <a:spLocks noGrp="1"/>
          </p:cNvSpPr>
          <p:nvPr>
            <p:ph type="title"/>
          </p:nvPr>
        </p:nvSpPr>
        <p:spPr>
          <a:xfrm>
            <a:off x="716760" y="510840"/>
            <a:ext cx="7710120" cy="482040"/>
          </a:xfrm>
          <a:prstGeom prst="rect">
            <a:avLst/>
          </a:prstGeom>
          <a:noFill/>
          <a:ln w="0">
            <a:noFill/>
          </a:ln>
        </p:spPr>
        <p:txBody>
          <a:bodyPr lIns="91440" tIns="91440" rIns="91440" bIns="91440" anchor="t">
            <a:noAutofit/>
          </a:bodyPr>
          <a:lstStyle/>
          <a:p>
            <a:pPr indent="0">
              <a:buNone/>
            </a:pPr>
            <a:r>
              <a:rPr lang="fr-FR" sz="2400" b="0" u="none" strike="noStrike">
                <a:solidFill>
                  <a:schemeClr val="dk1"/>
                </a:solidFill>
                <a:effectLst/>
                <a:uFillTx/>
                <a:latin typeface="Arial"/>
              </a:rPr>
              <a:t>Click to edit the title text format</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10" Type="http://schemas.openxmlformats.org/officeDocument/2006/relationships/theme" Target="../theme/theme2.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8" name="Google Shape;9;p2"/>
          <p:cNvPicPr/>
          <p:nvPr/>
        </p:nvPicPr>
        <p:blipFill>
          <a:blip r:embed="rId3"/>
          <a:stretch/>
        </p:blipFill>
        <p:spPr>
          <a:xfrm>
            <a:off x="5623560" y="-2210040"/>
            <a:ext cx="5243400" cy="5100840"/>
          </a:xfrm>
          <a:prstGeom prst="rect">
            <a:avLst/>
          </a:prstGeom>
          <a:noFill/>
          <a:ln w="0">
            <a:noFill/>
          </a:ln>
        </p:spPr>
      </p:pic>
      <p:pic>
        <p:nvPicPr>
          <p:cNvPr id="9" name="Google Shape;10;p2"/>
          <p:cNvPicPr/>
          <p:nvPr/>
        </p:nvPicPr>
        <p:blipFill>
          <a:blip r:embed="rId4">
            <a:alphaModFix amt="88000"/>
          </a:blip>
          <a:stretch/>
        </p:blipFill>
        <p:spPr>
          <a:xfrm>
            <a:off x="-686520" y="3439440"/>
            <a:ext cx="3297600" cy="2766600"/>
          </a:xfrm>
          <a:prstGeom prst="rect">
            <a:avLst/>
          </a:prstGeom>
          <a:noFill/>
          <a:ln w="0">
            <a:noFill/>
          </a:ln>
        </p:spPr>
      </p:pic>
      <p:pic>
        <p:nvPicPr>
          <p:cNvPr id="2" name="Google Shape;11;p2"/>
          <p:cNvPicPr/>
          <p:nvPr/>
        </p:nvPicPr>
        <p:blipFill>
          <a:blip r:embed="rId5">
            <a:alphaModFix amt="67000"/>
          </a:blip>
          <a:srcRect l="5148" r="5141"/>
          <a:stretch/>
        </p:blipFill>
        <p:spPr>
          <a:xfrm>
            <a:off x="-1577880" y="2571840"/>
            <a:ext cx="3453480" cy="3359520"/>
          </a:xfrm>
          <a:prstGeom prst="rect">
            <a:avLst/>
          </a:prstGeom>
          <a:noFill/>
          <a:ln w="0">
            <a:noFill/>
          </a:ln>
        </p:spPr>
      </p:pic>
      <p:sp>
        <p:nvSpPr>
          <p:cNvPr id="3" name="PlaceHolder 1"/>
          <p:cNvSpPr>
            <a:spLocks noGrp="1"/>
          </p:cNvSpPr>
          <p:nvPr>
            <p:ph type="title"/>
          </p:nvPr>
        </p:nvSpPr>
        <p:spPr>
          <a:xfrm>
            <a:off x="1622160" y="1508760"/>
            <a:ext cx="5899320" cy="1665360"/>
          </a:xfrm>
          <a:prstGeom prst="rect">
            <a:avLst/>
          </a:prstGeom>
          <a:noFill/>
          <a:ln w="0">
            <a:noFill/>
          </a:ln>
        </p:spPr>
        <p:txBody>
          <a:bodyPr lIns="91440" tIns="91440" rIns="91440" bIns="91440" anchor="ctr">
            <a:noAutofit/>
          </a:bodyPr>
          <a:lstStyle/>
          <a:p>
            <a:pPr indent="0">
              <a:buNone/>
            </a:pPr>
            <a:r>
              <a:rPr lang="fr-FR" sz="5500" b="0" u="none" strike="noStrike">
                <a:solidFill>
                  <a:schemeClr val="dk1"/>
                </a:solidFill>
                <a:effectLst/>
                <a:uFillTx/>
                <a:latin typeface="Arial"/>
              </a:rPr>
              <a:t>Click to edit the title text format</a:t>
            </a:r>
          </a:p>
        </p:txBody>
      </p:sp>
      <p:grpSp>
        <p:nvGrpSpPr>
          <p:cNvPr id="4" name="Google Shape;14;p2"/>
          <p:cNvGrpSpPr/>
          <p:nvPr/>
        </p:nvGrpSpPr>
        <p:grpSpPr>
          <a:xfrm>
            <a:off x="8013240" y="2614320"/>
            <a:ext cx="1635480" cy="1983240"/>
            <a:chOff x="8013240" y="2614320"/>
            <a:chExt cx="1635480" cy="1983240"/>
          </a:xfrm>
        </p:grpSpPr>
        <p:sp>
          <p:nvSpPr>
            <p:cNvPr id="5" name="Google Shape;15;p2"/>
            <p:cNvSpPr/>
            <p:nvPr/>
          </p:nvSpPr>
          <p:spPr>
            <a:xfrm>
              <a:off x="8308800" y="2614320"/>
              <a:ext cx="1339920" cy="133992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cxnSp>
          <p:nvCxnSpPr>
            <p:cNvPr id="6" name="Google Shape;16;p2"/>
            <p:cNvCxnSpPr/>
            <p:nvPr/>
          </p:nvCxnSpPr>
          <p:spPr>
            <a:xfrm flipV="1">
              <a:off x="8013240" y="3690000"/>
              <a:ext cx="907920" cy="907920"/>
            </a:xfrm>
            <a:prstGeom prst="straightConnector1">
              <a:avLst/>
            </a:prstGeom>
            <a:ln w="9525">
              <a:solidFill>
                <a:srgbClr val="000000"/>
              </a:solidFill>
              <a:round/>
            </a:ln>
          </p:spPr>
        </p:cxnSp>
      </p:grpSp>
      <p:sp>
        <p:nvSpPr>
          <p:cNvPr id="7"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 bg1="lt1" tx1="dk1" bg2="dk2" tx2="lt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5" r:id="rId1"/>
    <p:sldLayoutId id="2147483676"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619280" y="1504800"/>
            <a:ext cx="5895720" cy="1666440"/>
          </a:xfrm>
          <a:prstGeom prst="rect">
            <a:avLst/>
          </a:prstGeom>
          <a:noFill/>
          <a:ln w="0">
            <a:noFill/>
          </a:ln>
        </p:spPr>
        <p:txBody>
          <a:bodyPr lIns="91440" tIns="91440" rIns="91440" bIns="91440" anchor="ctr">
            <a:normAutofit/>
          </a:bodyPr>
          <a:lstStyle/>
          <a:p>
            <a:pPr indent="0" algn="ctr">
              <a:lnSpc>
                <a:spcPct val="80000"/>
              </a:lnSpc>
              <a:buNone/>
              <a:tabLst>
                <a:tab pos="0" algn="l"/>
              </a:tabLst>
            </a:pPr>
            <a:r>
              <a:rPr lang="en-US" sz="5500" b="1" u="none" strike="noStrike">
                <a:solidFill>
                  <a:schemeClr val="dk1"/>
                </a:solidFill>
                <a:effectLst/>
                <a:uFillTx/>
                <a:latin typeface="Raleway SemiBold"/>
                <a:ea typeface="Raleway"/>
              </a:rPr>
              <a:t>Project </a:t>
            </a:r>
            <a:r>
              <a:rPr lang="en-US" sz="4000" b="0" u="none" strike="noStrike">
                <a:solidFill>
                  <a:schemeClr val="dk1"/>
                </a:solidFill>
                <a:effectLst/>
                <a:uFillTx/>
                <a:latin typeface="Raleway"/>
                <a:ea typeface="Raleway"/>
              </a:rPr>
              <a:t>Overview</a:t>
            </a:r>
            <a:endParaRPr lang="fr-FR" sz="4000" b="0" u="none" strike="noStrike">
              <a:solidFill>
                <a:schemeClr val="dk1"/>
              </a:solidFill>
              <a:effectLst/>
              <a:uFillTx/>
              <a:latin typeface="Arial"/>
            </a:endParaRPr>
          </a:p>
        </p:txBody>
      </p:sp>
      <p:sp>
        <p:nvSpPr>
          <p:cNvPr id="127" name="PlaceHolder 2"/>
          <p:cNvSpPr>
            <a:spLocks noGrp="1"/>
          </p:cNvSpPr>
          <p:nvPr>
            <p:ph type="subTitle"/>
          </p:nvPr>
        </p:nvSpPr>
        <p:spPr>
          <a:xfrm>
            <a:off x="2200320" y="2895600"/>
            <a:ext cx="4752720" cy="837960"/>
          </a:xfrm>
          <a:prstGeom prst="rect">
            <a:avLst/>
          </a:prstGeom>
          <a:noFill/>
          <a:ln w="0">
            <a:noFill/>
          </a:ln>
        </p:spPr>
        <p:txBody>
          <a:bodyPr lIns="91440" tIns="91440" rIns="91440" bIns="91440" anchor="t">
            <a:normAutofit/>
          </a:bodyPr>
          <a:lstStyle/>
          <a:p>
            <a:pPr algn="ctr">
              <a:lnSpc>
                <a:spcPct val="100000"/>
              </a:lnSpc>
              <a:tabLst>
                <a:tab pos="0" algn="l"/>
              </a:tabLst>
            </a:pPr>
            <a:r>
              <a:rPr lang="en-US" sz="3200">
                <a:solidFill>
                  <a:srgbClr val="000000"/>
                </a:solidFill>
                <a:latin typeface="OpenSymbol"/>
              </a:rPr>
              <a:t>Heart disease prediction</a:t>
            </a:r>
            <a:endParaRPr lang="en-US" sz="3200" b="0" u="none" strike="noStrike">
              <a:solidFill>
                <a:srgbClr val="000000"/>
              </a:solidFill>
              <a:effectLst/>
              <a:uFillTx/>
              <a:latin typeface="OpenSymbol"/>
            </a:endParaRPr>
          </a:p>
        </p:txBody>
      </p:sp>
      <p:sp>
        <p:nvSpPr>
          <p:cNvPr id="128" name="Google Shape;179;p27"/>
          <p:cNvSpPr/>
          <p:nvPr/>
        </p:nvSpPr>
        <p:spPr>
          <a:xfrm>
            <a:off x="-1523880" y="885960"/>
            <a:ext cx="2885760" cy="3619080"/>
          </a:xfrm>
          <a:prstGeom prst="rect">
            <a:avLst/>
          </a:prstGeom>
          <a:noFill/>
          <a:ln w="0">
            <a:noFill/>
          </a:ln>
        </p:spPr>
        <p:style>
          <a:lnRef idx="0">
            <a:scrgbClr r="0" g="0" b="0"/>
          </a:lnRef>
          <a:fillRef idx="0">
            <a:scrgbClr r="0" g="0" b="0"/>
          </a:fillRef>
          <a:effectRef idx="0">
            <a:scrgbClr r="0" g="0" b="0"/>
          </a:effectRef>
          <a:fontRef idx="minor"/>
        </p:style>
        <p:txBody>
          <a:bodyPr lIns="870823080" tIns="1809720" rIns="870823080" bIns="1809720" anchor="t">
            <a:normAutofit fontScale="25000" lnSpcReduction="20000"/>
          </a:bodyPr>
          <a:lstStyle/>
          <a:p>
            <a:pPr algn="ctr" defTabSz="914400">
              <a:lnSpc>
                <a:spcPct val="100000"/>
              </a:lnSpc>
              <a:tabLst>
                <a:tab pos="0" algn="l"/>
              </a:tabLst>
            </a:pPr>
            <a:endParaRPr lang="fr-FR" sz="1800" b="0" u="none" strike="noStrike">
              <a:solidFill>
                <a:schemeClr val="dk1"/>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723960" y="447840"/>
            <a:ext cx="7705440" cy="571320"/>
          </a:xfrm>
          <a:prstGeom prst="rect">
            <a:avLst/>
          </a:prstGeom>
          <a:noFill/>
          <a:ln w="0">
            <a:noFill/>
          </a:ln>
        </p:spPr>
        <p:txBody>
          <a:bodyPr lIns="91440" tIns="91440" rIns="91440" bIns="91440" anchor="t">
            <a:normAutofit fontScale="90000"/>
          </a:bodyPr>
          <a:lstStyle/>
          <a:p>
            <a:pPr indent="0">
              <a:lnSpc>
                <a:spcPct val="100000"/>
              </a:lnSpc>
              <a:buNone/>
              <a:tabLst>
                <a:tab pos="0" algn="l"/>
              </a:tabLst>
            </a:pPr>
            <a:r>
              <a:rPr lang="en-US" sz="3000" b="1" u="none" strike="noStrike">
                <a:solidFill>
                  <a:schemeClr val="dk1"/>
                </a:solidFill>
                <a:effectLst/>
                <a:uFillTx/>
                <a:latin typeface="Raleway"/>
                <a:ea typeface="Raleway"/>
              </a:rPr>
              <a:t>Introduction </a:t>
            </a:r>
            <a:endParaRPr lang="fr-FR" sz="3000" b="0" u="none" strike="noStrike">
              <a:solidFill>
                <a:schemeClr val="dk1"/>
              </a:solidFill>
              <a:effectLst/>
              <a:uFillTx/>
              <a:latin typeface="Arial"/>
            </a:endParaRPr>
          </a:p>
        </p:txBody>
      </p:sp>
      <p:sp>
        <p:nvSpPr>
          <p:cNvPr id="130" name="PlaceHolder 2"/>
          <p:cNvSpPr>
            <a:spLocks noGrp="1"/>
          </p:cNvSpPr>
          <p:nvPr>
            <p:ph type="subTitle"/>
          </p:nvPr>
        </p:nvSpPr>
        <p:spPr>
          <a:xfrm>
            <a:off x="1171440" y="2114640"/>
            <a:ext cx="4000320" cy="1790280"/>
          </a:xfrm>
          <a:prstGeom prst="rect">
            <a:avLst/>
          </a:prstGeom>
          <a:noFill/>
          <a:ln w="0">
            <a:noFill/>
          </a:ln>
        </p:spPr>
        <p:txBody>
          <a:bodyPr lIns="91440" tIns="91440" rIns="91440" bIns="91440" anchor="t">
            <a:normAutofit/>
          </a:bodyPr>
          <a:lstStyle/>
          <a:p>
            <a:pPr indent="0">
              <a:lnSpc>
                <a:spcPct val="150000"/>
              </a:lnSpc>
              <a:buNone/>
              <a:tabLst>
                <a:tab pos="0" algn="l"/>
              </a:tabLst>
            </a:pPr>
            <a:r>
              <a:rPr lang="en-US" sz="1200" b="0" u="none" strike="noStrike">
                <a:solidFill>
                  <a:schemeClr val="dk1"/>
                </a:solidFill>
                <a:effectLst/>
                <a:uFillTx/>
                <a:latin typeface="Open Sans"/>
                <a:ea typeface="Open Sans"/>
              </a:rPr>
              <a:t>Text..</a:t>
            </a:r>
            <a:endParaRPr lang="en-US" sz="1200" b="0" u="none" strike="noStrike">
              <a:solidFill>
                <a:srgbClr val="000000"/>
              </a:solidFill>
              <a:effectLst/>
              <a:uFillTx/>
              <a:latin typeface="OpenSymbol"/>
            </a:endParaRPr>
          </a:p>
        </p:txBody>
      </p:sp>
      <p:sp>
        <p:nvSpPr>
          <p:cNvPr id="131" name="Google Shape;430;p45"/>
          <p:cNvSpPr/>
          <p:nvPr/>
        </p:nvSpPr>
        <p:spPr>
          <a:xfrm>
            <a:off x="5716800" y="1060200"/>
            <a:ext cx="2489040" cy="3449160"/>
          </a:xfrm>
          <a:prstGeom prst="round2SameRect">
            <a:avLst>
              <a:gd name="adj1" fmla="val 50000"/>
              <a:gd name="adj2" fmla="val 0"/>
            </a:avLst>
          </a:pr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OpenSymbo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Rectangle 131"/>
          <p:cNvSpPr/>
          <p:nvPr/>
        </p:nvSpPr>
        <p:spPr>
          <a:xfrm>
            <a:off x="476280" y="476280"/>
            <a:ext cx="2285640" cy="95220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defTabSz="914400">
              <a:lnSpc>
                <a:spcPct val="100000"/>
              </a:lnSpc>
              <a:tabLst>
                <a:tab pos="0" algn="l"/>
              </a:tabLst>
            </a:pPr>
            <a:r>
              <a:rPr lang="en-US" sz="5000" b="1" u="none" strike="noStrike">
                <a:solidFill>
                  <a:schemeClr val="dk1"/>
                </a:solidFill>
                <a:effectLst/>
                <a:uFillTx/>
                <a:latin typeface="Calibri"/>
              </a:rPr>
              <a:t>01</a:t>
            </a:r>
            <a:endParaRPr lang="en-US" sz="5000" b="0" u="none" strike="noStrike">
              <a:solidFill>
                <a:srgbClr val="000000"/>
              </a:solidFill>
              <a:effectLst/>
              <a:uFillTx/>
              <a:latin typeface="OpenSymbol"/>
            </a:endParaRPr>
          </a:p>
        </p:txBody>
      </p:sp>
      <p:sp>
        <p:nvSpPr>
          <p:cNvPr id="133" name="Rectangle 132"/>
          <p:cNvSpPr/>
          <p:nvPr/>
        </p:nvSpPr>
        <p:spPr>
          <a:xfrm>
            <a:off x="476280" y="1428840"/>
            <a:ext cx="3619080" cy="1428480"/>
          </a:xfrm>
          <a:prstGeom prst="rect">
            <a:avLst/>
          </a:prstGeom>
          <a:noFill/>
          <a:ln w="0">
            <a:noFill/>
          </a:ln>
        </p:spPr>
        <p:style>
          <a:lnRef idx="0">
            <a:scrgbClr r="0" g="0" b="0"/>
          </a:lnRef>
          <a:fillRef idx="0">
            <a:scrgbClr r="0" g="0" b="0"/>
          </a:fillRef>
          <a:effectRef idx="0">
            <a:scrgbClr r="0" g="0" b="0"/>
          </a:effectRef>
          <a:fontRef idx="minor"/>
        </p:style>
        <p:txBody>
          <a:bodyPr anchor="t">
            <a:normAutofit fontScale="85000" lnSpcReduction="20000"/>
          </a:bodyPr>
          <a:lstStyle/>
          <a:p>
            <a:pPr defTabSz="914400">
              <a:lnSpc>
                <a:spcPct val="100000"/>
              </a:lnSpc>
              <a:tabLst>
                <a:tab pos="0" algn="l"/>
              </a:tabLst>
            </a:pPr>
            <a:r>
              <a:rPr lang="en-US" sz="4000" b="1" u="none" strike="noStrike">
                <a:solidFill>
                  <a:schemeClr val="dk1"/>
                </a:solidFill>
                <a:effectLst/>
                <a:uFillTx/>
                <a:latin typeface="Raleway"/>
              </a:rPr>
              <a:t>Problem Statement </a:t>
            </a:r>
            <a:r>
              <a:rPr lang="en-US" sz="4000" b="0" u="none" strike="noStrike">
                <a:solidFill>
                  <a:schemeClr val="dk1"/>
                </a:solidFill>
                <a:effectLst/>
                <a:uFillTx/>
                <a:latin typeface="Raleway Medium"/>
              </a:rPr>
              <a:t>and Research</a:t>
            </a:r>
            <a:endParaRPr lang="en-US" sz="4000" b="0" u="none" strike="noStrike">
              <a:solidFill>
                <a:srgbClr val="000000"/>
              </a:solidFill>
              <a:effectLst/>
              <a:uFillTx/>
              <a:latin typeface="OpenSymbol"/>
            </a:endParaRPr>
          </a:p>
        </p:txBody>
      </p:sp>
      <p:pic>
        <p:nvPicPr>
          <p:cNvPr id="134" name="image698cd08aea7f2" descr="image698cd08aea7fa"/>
          <p:cNvPicPr/>
          <p:nvPr/>
        </p:nvPicPr>
        <p:blipFill>
          <a:blip r:embed="rId2"/>
          <a:stretch/>
        </p:blipFill>
        <p:spPr>
          <a:xfrm>
            <a:off x="4572000" y="0"/>
            <a:ext cx="4571640" cy="5143320"/>
          </a:xfrm>
          <a:prstGeom prst="rect">
            <a:avLst/>
          </a:prstGeom>
          <a:noFill/>
          <a:ln w="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923760" y="1247760"/>
            <a:ext cx="4885920" cy="1323720"/>
          </a:xfrm>
          <a:prstGeom prst="rect">
            <a:avLst/>
          </a:prstGeom>
          <a:noFill/>
          <a:ln w="0">
            <a:noFill/>
          </a:ln>
        </p:spPr>
        <p:txBody>
          <a:bodyPr lIns="91440" tIns="91440" rIns="91440" bIns="91440" anchor="b">
            <a:normAutofit fontScale="90000"/>
          </a:bodyPr>
          <a:lstStyle/>
          <a:p>
            <a:pPr indent="0">
              <a:lnSpc>
                <a:spcPct val="100000"/>
              </a:lnSpc>
              <a:buNone/>
              <a:tabLst>
                <a:tab pos="0" algn="l"/>
              </a:tabLst>
            </a:pPr>
            <a:r>
              <a:rPr lang="en-US" sz="4000" b="1" u="none" strike="noStrike">
                <a:solidFill>
                  <a:schemeClr val="dk1"/>
                </a:solidFill>
                <a:effectLst/>
                <a:uFillTx/>
                <a:latin typeface="Raleway"/>
                <a:ea typeface="Raleway"/>
              </a:rPr>
              <a:t>Challenge </a:t>
            </a:r>
            <a:r>
              <a:rPr lang="en-US" sz="4000" b="0" u="none" strike="noStrike">
                <a:solidFill>
                  <a:schemeClr val="dk1"/>
                </a:solidFill>
                <a:effectLst/>
                <a:uFillTx/>
                <a:latin typeface="Raleway"/>
                <a:ea typeface="Raleway"/>
              </a:rPr>
              <a:t>Definition</a:t>
            </a:r>
            <a:endParaRPr lang="fr-FR" sz="4000" b="0" u="none" strike="noStrike">
              <a:solidFill>
                <a:schemeClr val="dk1"/>
              </a:solidFill>
              <a:effectLst/>
              <a:uFillTx/>
              <a:latin typeface="Arial"/>
            </a:endParaRPr>
          </a:p>
        </p:txBody>
      </p:sp>
      <p:sp>
        <p:nvSpPr>
          <p:cNvPr id="136" name="PlaceHolder 2"/>
          <p:cNvSpPr>
            <a:spLocks noGrp="1"/>
          </p:cNvSpPr>
          <p:nvPr>
            <p:ph type="subTitle"/>
          </p:nvPr>
        </p:nvSpPr>
        <p:spPr>
          <a:xfrm>
            <a:off x="1031760" y="2784600"/>
            <a:ext cx="4885920" cy="1456200"/>
          </a:xfrm>
          <a:prstGeom prst="rect">
            <a:avLst/>
          </a:prstGeom>
          <a:noFill/>
          <a:ln w="0">
            <a:noFill/>
          </a:ln>
        </p:spPr>
        <p:txBody>
          <a:bodyPr lIns="91440" tIns="91440" rIns="91440" bIns="91440" anchor="t">
            <a:normAutofit fontScale="62500" lnSpcReduction="20000"/>
          </a:bodyPr>
          <a:lstStyle/>
          <a:p>
            <a:pPr>
              <a:lnSpc>
                <a:spcPct val="150000"/>
              </a:lnSpc>
              <a:tabLst>
                <a:tab pos="0" algn="l"/>
              </a:tabLst>
            </a:pPr>
            <a:r>
              <a:rPr lang="en-GB" sz="1600" b="0" u="none" strike="noStrike">
                <a:solidFill>
                  <a:schemeClr val="dk1"/>
                </a:solidFill>
                <a:effectLst/>
                <a:uFillTx/>
                <a:latin typeface="Open Sans"/>
                <a:ea typeface="Open Sans"/>
              </a:rPr>
              <a:t>Our project focuses on tackling the challenge of developing robust predictive models under limited and varied data conditions. The main challenge requires us to enhance predictive performance while handling different types of data and various sources of data distortion. The solution needs model development together with precise data preparation methods which will provide trustworthy results during actual operational use.</a:t>
            </a:r>
            <a:endParaRPr lang="en-US" sz="1600" b="0" u="none" strike="noStrike">
              <a:solidFill>
                <a:srgbClr val="000000"/>
              </a:solidFill>
              <a:effectLst/>
              <a:uFillTx/>
              <a:latin typeface="OpenSymbol"/>
            </a:endParaRPr>
          </a:p>
        </p:txBody>
      </p:sp>
      <p:grpSp>
        <p:nvGrpSpPr>
          <p:cNvPr id="137" name="Google Shape;224;p31"/>
          <p:cNvGrpSpPr/>
          <p:nvPr/>
        </p:nvGrpSpPr>
        <p:grpSpPr>
          <a:xfrm>
            <a:off x="6610320" y="1622520"/>
            <a:ext cx="1666800" cy="1972800"/>
            <a:chOff x="6610320" y="1622520"/>
            <a:chExt cx="1666800" cy="1972800"/>
          </a:xfrm>
        </p:grpSpPr>
        <p:sp>
          <p:nvSpPr>
            <p:cNvPr id="138" name="Google Shape;225;p31"/>
            <p:cNvSpPr/>
            <p:nvPr/>
          </p:nvSpPr>
          <p:spPr>
            <a:xfrm>
              <a:off x="6937200" y="1622520"/>
              <a:ext cx="1339920" cy="133992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cxnSp>
          <p:nvCxnSpPr>
            <p:cNvPr id="139" name="Google Shape;226;p31"/>
            <p:cNvCxnSpPr/>
            <p:nvPr/>
          </p:nvCxnSpPr>
          <p:spPr>
            <a:xfrm flipV="1">
              <a:off x="6610320" y="2687760"/>
              <a:ext cx="907920" cy="907920"/>
            </a:xfrm>
            <a:prstGeom prst="straightConnector1">
              <a:avLst/>
            </a:prstGeom>
            <a:ln w="9525">
              <a:solidFill>
                <a:srgbClr val="000000"/>
              </a:solidFill>
              <a:round/>
            </a:ln>
          </p:spPr>
        </p:cxn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Rectangle 139"/>
          <p:cNvSpPr/>
          <p:nvPr/>
        </p:nvSpPr>
        <p:spPr>
          <a:xfrm>
            <a:off x="476280" y="476280"/>
            <a:ext cx="8191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3000" b="1" u="none" strike="noStrike">
                <a:solidFill>
                  <a:schemeClr val="dk1"/>
                </a:solidFill>
                <a:effectLst/>
                <a:uFillTx/>
                <a:latin typeface="Raleway"/>
              </a:rPr>
              <a:t>Existing Models </a:t>
            </a:r>
            <a:r>
              <a:rPr lang="en-US" sz="3000" b="0" u="none" strike="noStrike">
                <a:solidFill>
                  <a:schemeClr val="dk1"/>
                </a:solidFill>
                <a:effectLst/>
                <a:uFillTx/>
                <a:latin typeface="Raleway Medium"/>
              </a:rPr>
              <a:t>Overview</a:t>
            </a:r>
            <a:endParaRPr lang="en-US" sz="3000" b="0" u="none" strike="noStrike">
              <a:solidFill>
                <a:srgbClr val="000000"/>
              </a:solidFill>
              <a:effectLst/>
              <a:uFillTx/>
              <a:latin typeface="OpenSymbol"/>
            </a:endParaRPr>
          </a:p>
        </p:txBody>
      </p:sp>
      <p:sp>
        <p:nvSpPr>
          <p:cNvPr id="141" name="Rectangle 140"/>
          <p:cNvSpPr/>
          <p:nvPr/>
        </p:nvSpPr>
        <p:spPr>
          <a:xfrm>
            <a:off x="476280" y="1905120"/>
            <a:ext cx="8191080" cy="2761920"/>
          </a:xfrm>
          <a:prstGeom prst="rect">
            <a:avLst/>
          </a:prstGeom>
          <a:noFill/>
          <a:ln w="0">
            <a:noFill/>
          </a:ln>
        </p:spPr>
        <p:style>
          <a:lnRef idx="0">
            <a:scrgbClr r="0" g="0" b="0"/>
          </a:lnRef>
          <a:fillRef idx="0">
            <a:scrgbClr r="0" g="0" b="0"/>
          </a:fillRef>
          <a:effectRef idx="0">
            <a:scrgbClr r="0" g="0" b="0"/>
          </a:effectRef>
          <a:fontRef idx="minor"/>
        </p:style>
        <p:txBody>
          <a:bodyPr anchor="t">
            <a:normAutofit lnSpcReduction="10000"/>
          </a:bodyPr>
          <a:lstStyle/>
          <a:p>
            <a:pPr>
              <a:lnSpc>
                <a:spcPct val="150000"/>
              </a:lnSpc>
              <a:tabLst>
                <a:tab pos="0" algn="l"/>
              </a:tabLst>
            </a:pPr>
            <a:r>
              <a:rPr lang="en-GB"/>
              <a:t>The research uses multiple advanced models as benchmarks which include deep learning models and transformer deep learning models that researchers commonly apply to comparable functions. The study demonstrates how data augmentation and feature engineering and balanced dataset distribution between different classes are essential for research success. Our project applies best practices from various methods to achieve optimal model performance and universal application of our research results.</a:t>
            </a:r>
            <a:endParaRPr lang="en-US" sz="1200" b="0" u="none" strike="noStrike">
              <a:solidFill>
                <a:srgbClr val="000000"/>
              </a:solidFill>
              <a:effectLst/>
              <a:uFillTx/>
              <a:latin typeface="OpenSymbo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723960" y="447840"/>
            <a:ext cx="7705440" cy="571320"/>
          </a:xfrm>
          <a:prstGeom prst="rect">
            <a:avLst/>
          </a:prstGeom>
          <a:noFill/>
          <a:ln w="0">
            <a:noFill/>
          </a:ln>
        </p:spPr>
        <p:txBody>
          <a:bodyPr lIns="91440" tIns="91440" rIns="91440" bIns="91440" anchor="t">
            <a:normAutofit fontScale="90000"/>
          </a:bodyPr>
          <a:lstStyle/>
          <a:p>
            <a:pPr indent="0">
              <a:lnSpc>
                <a:spcPct val="100000"/>
              </a:lnSpc>
              <a:buNone/>
              <a:tabLst>
                <a:tab pos="0" algn="l"/>
              </a:tabLst>
            </a:pPr>
            <a:r>
              <a:rPr lang="en-US" sz="3000" b="1" u="none" strike="noStrike">
                <a:solidFill>
                  <a:schemeClr val="dk1"/>
                </a:solidFill>
                <a:effectLst/>
                <a:uFillTx/>
                <a:latin typeface="Raleway"/>
                <a:ea typeface="Raleway"/>
              </a:rPr>
              <a:t>Data Preparation </a:t>
            </a:r>
            <a:r>
              <a:rPr lang="en-US" sz="3000" b="0" u="none" strike="noStrike">
                <a:solidFill>
                  <a:schemeClr val="dk1"/>
                </a:solidFill>
                <a:effectLst/>
                <a:uFillTx/>
                <a:latin typeface="Raleway"/>
                <a:ea typeface="Raleway"/>
              </a:rPr>
              <a:t>Methods</a:t>
            </a:r>
            <a:endParaRPr lang="fr-FR" sz="3000" b="0" u="none" strike="noStrike">
              <a:solidFill>
                <a:schemeClr val="dk1"/>
              </a:solidFill>
              <a:effectLst/>
              <a:uFillTx/>
              <a:latin typeface="Arial"/>
            </a:endParaRPr>
          </a:p>
        </p:txBody>
      </p:sp>
      <p:sp>
        <p:nvSpPr>
          <p:cNvPr id="143" name="PlaceHolder 2"/>
          <p:cNvSpPr>
            <a:spLocks noGrp="1"/>
          </p:cNvSpPr>
          <p:nvPr>
            <p:ph type="subTitle"/>
          </p:nvPr>
        </p:nvSpPr>
        <p:spPr>
          <a:xfrm>
            <a:off x="1171440" y="2114640"/>
            <a:ext cx="4000320" cy="1790280"/>
          </a:xfrm>
          <a:prstGeom prst="rect">
            <a:avLst/>
          </a:prstGeom>
          <a:noFill/>
          <a:ln w="0">
            <a:noFill/>
          </a:ln>
        </p:spPr>
        <p:txBody>
          <a:bodyPr lIns="91440" tIns="91440" rIns="91440" bIns="91440" anchor="t">
            <a:normAutofit fontScale="25000" lnSpcReduction="20000"/>
          </a:bodyPr>
          <a:lstStyle/>
          <a:p>
            <a:pPr>
              <a:lnSpc>
                <a:spcPct val="150000"/>
              </a:lnSpc>
              <a:tabLst>
                <a:tab pos="0" algn="l"/>
              </a:tabLst>
            </a:pPr>
            <a:r>
              <a:rPr lang="en-GB"/>
              <a:t>The success of model development depends on effective data preparation methods. Our approach includes three components which are data cleaning for consistency removal and normalization for uniform scale and data augmentation techniques for increased diversity. </a:t>
            </a:r>
            <a:endParaRPr lang="en-US" sz="1200">
              <a:solidFill>
                <a:schemeClr val="dk1"/>
              </a:solidFill>
              <a:latin typeface="Open Sans"/>
              <a:ea typeface="Open Sans"/>
            </a:endParaRPr>
          </a:p>
          <a:p>
            <a:pPr>
              <a:lnSpc>
                <a:spcPct val="150000"/>
              </a:lnSpc>
              <a:tabLst>
                <a:tab pos="0" algn="l"/>
              </a:tabLst>
            </a:pPr>
            <a:endParaRPr lang="en-US" sz="8000" b="0" u="none" strike="noStrike">
              <a:solidFill>
                <a:schemeClr val="dk1"/>
              </a:solidFill>
              <a:effectLst/>
              <a:uFillTx/>
              <a:latin typeface="Open Sans"/>
              <a:ea typeface="Open Sans"/>
            </a:endParaRPr>
          </a:p>
          <a:p>
            <a:pPr>
              <a:lnSpc>
                <a:spcPct val="150000"/>
              </a:lnSpc>
              <a:tabLst>
                <a:tab pos="0" algn="l"/>
              </a:tabLst>
            </a:pPr>
            <a:r>
              <a:rPr lang="en-US" sz="8000">
                <a:solidFill>
                  <a:schemeClr val="dk1"/>
                </a:solidFill>
                <a:latin typeface="Open Sans"/>
                <a:ea typeface="Open Sans"/>
              </a:rPr>
              <a:t>TBD</a:t>
            </a:r>
            <a:endParaRPr lang="en-US" sz="8000" b="0" u="none" strike="noStrike">
              <a:solidFill>
                <a:srgbClr val="000000"/>
              </a:solidFill>
              <a:effectLst/>
              <a:uFillTx/>
              <a:latin typeface="OpenSymbol"/>
            </a:endParaRPr>
          </a:p>
        </p:txBody>
      </p:sp>
      <p:sp>
        <p:nvSpPr>
          <p:cNvPr id="144" name="Google Shape;430;p45"/>
          <p:cNvSpPr/>
          <p:nvPr/>
        </p:nvSpPr>
        <p:spPr>
          <a:xfrm>
            <a:off x="5716800" y="1060200"/>
            <a:ext cx="2489040" cy="3449160"/>
          </a:xfrm>
          <a:prstGeom prst="round2SameRect">
            <a:avLst>
              <a:gd name="adj1" fmla="val 50000"/>
              <a:gd name="adj2" fmla="val 0"/>
            </a:avLst>
          </a:pr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OpenSymbo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Rectangle 144"/>
          <p:cNvSpPr/>
          <p:nvPr/>
        </p:nvSpPr>
        <p:spPr>
          <a:xfrm>
            <a:off x="5048280" y="476280"/>
            <a:ext cx="2285640" cy="95220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defTabSz="914400">
              <a:lnSpc>
                <a:spcPct val="100000"/>
              </a:lnSpc>
              <a:tabLst>
                <a:tab pos="0" algn="l"/>
              </a:tabLst>
            </a:pPr>
            <a:r>
              <a:rPr lang="en-US" sz="5000" b="1" u="none" strike="noStrike">
                <a:solidFill>
                  <a:schemeClr val="dk1"/>
                </a:solidFill>
                <a:effectLst/>
                <a:uFillTx/>
                <a:latin typeface="Calibri"/>
              </a:rPr>
              <a:t>02</a:t>
            </a:r>
            <a:endParaRPr lang="en-US" sz="5000" b="0" u="none" strike="noStrike">
              <a:solidFill>
                <a:srgbClr val="000000"/>
              </a:solidFill>
              <a:effectLst/>
              <a:uFillTx/>
              <a:latin typeface="OpenSymbol"/>
            </a:endParaRPr>
          </a:p>
        </p:txBody>
      </p:sp>
      <p:sp>
        <p:nvSpPr>
          <p:cNvPr id="146" name="Rectangle 145"/>
          <p:cNvSpPr/>
          <p:nvPr/>
        </p:nvSpPr>
        <p:spPr>
          <a:xfrm>
            <a:off x="5048280" y="1428840"/>
            <a:ext cx="3619080" cy="1428480"/>
          </a:xfrm>
          <a:prstGeom prst="rect">
            <a:avLst/>
          </a:prstGeom>
          <a:noFill/>
          <a:ln w="0">
            <a:noFill/>
          </a:ln>
        </p:spPr>
        <p:style>
          <a:lnRef idx="0">
            <a:scrgbClr r="0" g="0" b="0"/>
          </a:lnRef>
          <a:fillRef idx="0">
            <a:scrgbClr r="0" g="0" b="0"/>
          </a:fillRef>
          <a:effectRef idx="0">
            <a:scrgbClr r="0" g="0" b="0"/>
          </a:effectRef>
          <a:fontRef idx="minor"/>
        </p:style>
        <p:txBody>
          <a:bodyPr anchor="t">
            <a:normAutofit fontScale="85000" lnSpcReduction="10000"/>
          </a:bodyPr>
          <a:lstStyle/>
          <a:p>
            <a:pPr defTabSz="914400">
              <a:lnSpc>
                <a:spcPct val="100000"/>
              </a:lnSpc>
              <a:tabLst>
                <a:tab pos="0" algn="l"/>
              </a:tabLst>
            </a:pPr>
            <a:r>
              <a:rPr lang="en-US" sz="4000" b="1" u="none" strike="noStrike">
                <a:solidFill>
                  <a:schemeClr val="dk1"/>
                </a:solidFill>
                <a:effectLst/>
                <a:uFillTx/>
                <a:latin typeface="Raleway"/>
              </a:rPr>
              <a:t>Project Plan and </a:t>
            </a:r>
            <a:r>
              <a:rPr lang="en-US" sz="4000" b="0" u="none" strike="noStrike">
                <a:solidFill>
                  <a:schemeClr val="dk1"/>
                </a:solidFill>
                <a:effectLst/>
                <a:uFillTx/>
                <a:latin typeface="Raleway Medium"/>
              </a:rPr>
              <a:t>Data Strategy</a:t>
            </a:r>
            <a:endParaRPr lang="en-US" sz="4000" b="0" u="none" strike="noStrike">
              <a:solidFill>
                <a:srgbClr val="000000"/>
              </a:solidFill>
              <a:effectLst/>
              <a:uFillTx/>
              <a:latin typeface="OpenSymbol"/>
            </a:endParaRPr>
          </a:p>
        </p:txBody>
      </p:sp>
      <p:pic>
        <p:nvPicPr>
          <p:cNvPr id="147" name="image698cd08b12100" descr="image698cd08b12106"/>
          <p:cNvPicPr/>
          <p:nvPr/>
        </p:nvPicPr>
        <p:blipFill>
          <a:blip r:embed="rId2"/>
          <a:stretch/>
        </p:blipFill>
        <p:spPr>
          <a:xfrm>
            <a:off x="0" y="0"/>
            <a:ext cx="4571640" cy="5143320"/>
          </a:xfrm>
          <a:prstGeom prst="rect">
            <a:avLst/>
          </a:prstGeom>
          <a:noFill/>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Rectangle 147"/>
          <p:cNvSpPr/>
          <p:nvPr/>
        </p:nvSpPr>
        <p:spPr>
          <a:xfrm>
            <a:off x="476280" y="476280"/>
            <a:ext cx="3619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lnSpcReduction="9999"/>
          </a:bodyPr>
          <a:lstStyle/>
          <a:p>
            <a:pPr defTabSz="914400">
              <a:lnSpc>
                <a:spcPct val="100000"/>
              </a:lnSpc>
              <a:tabLst>
                <a:tab pos="0" algn="l"/>
              </a:tabLst>
            </a:pPr>
            <a:r>
              <a:rPr lang="en-US" sz="3000" b="1" u="none" strike="noStrike">
                <a:solidFill>
                  <a:schemeClr val="dk1"/>
                </a:solidFill>
                <a:effectLst/>
                <a:uFillTx/>
                <a:latin typeface="Raleway"/>
              </a:rPr>
              <a:t>Azure DevOps Epics </a:t>
            </a:r>
            <a:r>
              <a:rPr lang="en-US" sz="3000" b="0" u="none" strike="noStrike">
                <a:solidFill>
                  <a:schemeClr val="dk1"/>
                </a:solidFill>
                <a:effectLst/>
                <a:uFillTx/>
                <a:latin typeface="Raleway Medium"/>
              </a:rPr>
              <a:t>and Tasks</a:t>
            </a:r>
            <a:endParaRPr lang="en-US" sz="3000" b="0" u="none" strike="noStrike">
              <a:solidFill>
                <a:srgbClr val="000000"/>
              </a:solidFill>
              <a:effectLst/>
              <a:uFillTx/>
              <a:latin typeface="OpenSymbol"/>
            </a:endParaRPr>
          </a:p>
        </p:txBody>
      </p:sp>
      <p:sp>
        <p:nvSpPr>
          <p:cNvPr id="149" name="Rectangle 148"/>
          <p:cNvSpPr/>
          <p:nvPr/>
        </p:nvSpPr>
        <p:spPr>
          <a:xfrm>
            <a:off x="476280" y="1905120"/>
            <a:ext cx="3619080" cy="2761920"/>
          </a:xfrm>
          <a:prstGeom prst="rect">
            <a:avLst/>
          </a:prstGeom>
          <a:noFill/>
          <a:ln w="0">
            <a:noFill/>
          </a:ln>
        </p:spPr>
        <p:style>
          <a:lnRef idx="0">
            <a:scrgbClr r="0" g="0" b="0"/>
          </a:lnRef>
          <a:fillRef idx="0">
            <a:scrgbClr r="0" g="0" b="0"/>
          </a:fillRef>
          <a:effectRef idx="0">
            <a:scrgbClr r="0" g="0" b="0"/>
          </a:effectRef>
          <a:fontRef idx="minor"/>
        </p:style>
        <p:txBody>
          <a:bodyPr anchor="t">
            <a:normAutofit fontScale="62500" lnSpcReduction="20000"/>
          </a:bodyPr>
          <a:lstStyle/>
          <a:p>
            <a:pPr>
              <a:lnSpc>
                <a:spcPct val="150000"/>
              </a:lnSpc>
              <a:tabLst>
                <a:tab pos="0" algn="l"/>
              </a:tabLst>
            </a:pPr>
            <a:r>
              <a:rPr lang="en-GB"/>
              <a:t>The Azure DevOps project plan establishes our main work areas through core epics which include data acquisition and model development and evaluation work. The main work activities involve data pipeline establishment and feature engineering execution and model prototyping and continuous integration testing. The plan has specific achievement points that help check the progress and ensure is that project will be done on time.</a:t>
            </a:r>
            <a:endParaRPr lang="en-US" sz="1200" b="0" u="none" strike="noStrike">
              <a:solidFill>
                <a:srgbClr val="000000"/>
              </a:solidFill>
              <a:effectLst/>
              <a:uFillTx/>
              <a:latin typeface="OpenSymbol"/>
            </a:endParaRPr>
          </a:p>
        </p:txBody>
      </p:sp>
      <p:pic>
        <p:nvPicPr>
          <p:cNvPr id="150" name="image698cd08b2a9de" descr="image698cd08b2a9e7"/>
          <p:cNvPicPr/>
          <p:nvPr/>
        </p:nvPicPr>
        <p:blipFill>
          <a:blip r:embed="rId2"/>
          <a:stretch/>
        </p:blipFill>
        <p:spPr>
          <a:xfrm>
            <a:off x="4572000" y="0"/>
            <a:ext cx="4571640" cy="5143320"/>
          </a:xfrm>
          <a:prstGeom prst="rect">
            <a:avLst/>
          </a:prstGeom>
          <a:noFill/>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923760" y="1247760"/>
            <a:ext cx="4885920" cy="1323720"/>
          </a:xfrm>
          <a:prstGeom prst="rect">
            <a:avLst/>
          </a:prstGeom>
          <a:noFill/>
          <a:ln w="0">
            <a:noFill/>
          </a:ln>
        </p:spPr>
        <p:txBody>
          <a:bodyPr lIns="91440" tIns="91440" rIns="91440" bIns="91440" anchor="b">
            <a:normAutofit fontScale="90000"/>
          </a:bodyPr>
          <a:lstStyle/>
          <a:p>
            <a:pPr indent="0">
              <a:lnSpc>
                <a:spcPct val="100000"/>
              </a:lnSpc>
              <a:buNone/>
              <a:tabLst>
                <a:tab pos="0" algn="l"/>
              </a:tabLst>
            </a:pPr>
            <a:r>
              <a:rPr lang="en-US" sz="4000" b="1" u="none" strike="noStrike">
                <a:solidFill>
                  <a:schemeClr val="dk1"/>
                </a:solidFill>
                <a:effectLst/>
                <a:uFillTx/>
                <a:latin typeface="Raleway"/>
                <a:ea typeface="Raleway"/>
              </a:rPr>
              <a:t>Dataset Sources per </a:t>
            </a:r>
            <a:r>
              <a:rPr lang="en-US" sz="4000" b="0" u="none" strike="noStrike">
                <a:solidFill>
                  <a:schemeClr val="dk1"/>
                </a:solidFill>
                <a:effectLst/>
                <a:uFillTx/>
                <a:latin typeface="Raleway"/>
                <a:ea typeface="Raleway"/>
              </a:rPr>
              <a:t>Team Member</a:t>
            </a:r>
            <a:endParaRPr lang="fr-FR" sz="4000" b="0" u="none" strike="noStrike">
              <a:solidFill>
                <a:schemeClr val="dk1"/>
              </a:solidFill>
              <a:effectLst/>
              <a:uFillTx/>
              <a:latin typeface="Arial"/>
            </a:endParaRPr>
          </a:p>
        </p:txBody>
      </p:sp>
      <p:sp>
        <p:nvSpPr>
          <p:cNvPr id="152" name="PlaceHolder 2"/>
          <p:cNvSpPr>
            <a:spLocks noGrp="1"/>
          </p:cNvSpPr>
          <p:nvPr>
            <p:ph type="subTitle"/>
          </p:nvPr>
        </p:nvSpPr>
        <p:spPr>
          <a:xfrm>
            <a:off x="923760" y="2647800"/>
            <a:ext cx="4885920" cy="1171080"/>
          </a:xfrm>
          <a:prstGeom prst="rect">
            <a:avLst/>
          </a:prstGeom>
          <a:noFill/>
          <a:ln w="0">
            <a:noFill/>
          </a:ln>
        </p:spPr>
        <p:txBody>
          <a:bodyPr lIns="91440" tIns="91440" rIns="91440" bIns="91440" anchor="t">
            <a:normAutofit fontScale="25000" lnSpcReduction="20000"/>
          </a:bodyPr>
          <a:lstStyle/>
          <a:p>
            <a:pPr>
              <a:lnSpc>
                <a:spcPct val="150000"/>
              </a:lnSpc>
              <a:tabLst>
                <a:tab pos="0" algn="l"/>
              </a:tabLst>
            </a:pPr>
            <a:r>
              <a:rPr lang="en-GB"/>
              <a:t>Each team member will use distinct but complementary datasets to maximize coverage. The data sources come from three types of repositories which include public data repositories and proprietary data collections and sensor data repositories. The team uses a distributed method for training and validation processes because it enables them to train models on different data sets and apply their special skills for data processing and handling procedures.</a:t>
            </a:r>
            <a:br>
              <a:rPr lang="en-GB"/>
            </a:br>
            <a:endParaRPr lang="en-US" sz="1600" b="0" u="none" strike="noStrike">
              <a:solidFill>
                <a:srgbClr val="000000"/>
              </a:solidFill>
              <a:effectLst/>
              <a:uFillTx/>
              <a:latin typeface="OpenSymbol"/>
            </a:endParaRPr>
          </a:p>
        </p:txBody>
      </p:sp>
      <p:grpSp>
        <p:nvGrpSpPr>
          <p:cNvPr id="153" name="Google Shape;224;p31"/>
          <p:cNvGrpSpPr/>
          <p:nvPr/>
        </p:nvGrpSpPr>
        <p:grpSpPr>
          <a:xfrm>
            <a:off x="6610320" y="1622520"/>
            <a:ext cx="1666800" cy="1972800"/>
            <a:chOff x="6610320" y="1622520"/>
            <a:chExt cx="1666800" cy="1972800"/>
          </a:xfrm>
        </p:grpSpPr>
        <p:sp>
          <p:nvSpPr>
            <p:cNvPr id="154" name="Google Shape;225;p31"/>
            <p:cNvSpPr/>
            <p:nvPr/>
          </p:nvSpPr>
          <p:spPr>
            <a:xfrm>
              <a:off x="6937200" y="1622520"/>
              <a:ext cx="1339920" cy="133992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cxnSp>
          <p:nvCxnSpPr>
            <p:cNvPr id="155" name="Google Shape;226;p31"/>
            <p:cNvCxnSpPr/>
            <p:nvPr/>
          </p:nvCxnSpPr>
          <p:spPr>
            <a:xfrm flipV="1">
              <a:off x="6610320" y="2687760"/>
              <a:ext cx="907920" cy="907920"/>
            </a:xfrm>
            <a:prstGeom prst="straightConnector1">
              <a:avLst/>
            </a:prstGeom>
            <a:ln w="9525">
              <a:solidFill>
                <a:srgbClr val="000000"/>
              </a:solidFill>
              <a:round/>
            </a:ln>
          </p:spPr>
        </p:cxn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Rectangle 155"/>
          <p:cNvSpPr/>
          <p:nvPr/>
        </p:nvSpPr>
        <p:spPr>
          <a:xfrm>
            <a:off x="476280" y="476280"/>
            <a:ext cx="8191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3000" b="1" u="none" strike="noStrike">
                <a:solidFill>
                  <a:schemeClr val="dk1"/>
                </a:solidFill>
                <a:effectLst/>
                <a:uFillTx/>
                <a:latin typeface="Raleway"/>
              </a:rPr>
              <a:t>Data Division for </a:t>
            </a:r>
            <a:r>
              <a:rPr lang="en-US" sz="3000" b="0" u="none" strike="noStrike">
                <a:solidFill>
                  <a:schemeClr val="dk1"/>
                </a:solidFill>
                <a:effectLst/>
                <a:uFillTx/>
                <a:latin typeface="Raleway Medium"/>
              </a:rPr>
              <a:t>Training, Validation, Testing</a:t>
            </a:r>
            <a:endParaRPr lang="en-US" sz="3000" b="0" u="none" strike="noStrike">
              <a:solidFill>
                <a:srgbClr val="000000"/>
              </a:solidFill>
              <a:effectLst/>
              <a:uFillTx/>
              <a:latin typeface="OpenSymbol"/>
            </a:endParaRPr>
          </a:p>
        </p:txBody>
      </p:sp>
      <p:sp>
        <p:nvSpPr>
          <p:cNvPr id="157" name="Rectangle 156"/>
          <p:cNvSpPr/>
          <p:nvPr/>
        </p:nvSpPr>
        <p:spPr>
          <a:xfrm>
            <a:off x="476280" y="1905120"/>
            <a:ext cx="8191080" cy="276192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a:lnSpc>
                <a:spcPct val="150000"/>
              </a:lnSpc>
              <a:tabLst>
                <a:tab pos="0" algn="l"/>
              </a:tabLst>
            </a:pPr>
            <a:r>
              <a:rPr lang="en-US" sz="1200" b="0" u="none" strike="noStrike">
                <a:solidFill>
                  <a:schemeClr val="dk1"/>
                </a:solidFill>
                <a:effectLst/>
                <a:uFillTx/>
                <a:latin typeface="Open Sans"/>
              </a:rPr>
              <a:t>TBD</a:t>
            </a:r>
            <a:br>
              <a:rPr lang="en-US" sz="1200" b="0" u="none" strike="noStrike">
                <a:solidFill>
                  <a:schemeClr val="dk1"/>
                </a:solidFill>
                <a:effectLst/>
                <a:uFillTx/>
                <a:latin typeface="Open Sans"/>
              </a:rPr>
            </a:br>
            <a:br>
              <a:rPr lang="en-US" sz="1200" b="0" u="none" strike="noStrike">
                <a:solidFill>
                  <a:schemeClr val="dk1"/>
                </a:solidFill>
                <a:effectLst/>
                <a:uFillTx/>
                <a:latin typeface="Open Sans"/>
              </a:rPr>
            </a:br>
            <a:r>
              <a:rPr lang="en-GB"/>
              <a:t>The research study will divide our datasets into three subsets which will consist of 70% for training purposes and 15% for validation and 15% for testing. The split of data has two goals: it enables the model to learn effective patterns while maintaining an accurate performance assessment that remains without bias.</a:t>
            </a:r>
            <a:endParaRPr lang="en-US" sz="1200" b="0" u="none" strike="noStrike">
              <a:solidFill>
                <a:srgbClr val="000000"/>
              </a:solidFill>
              <a:effectLst/>
              <a:uFillTx/>
              <a:latin typeface="OpenSymbo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1590068" y="206040"/>
            <a:ext cx="4885920" cy="1323720"/>
          </a:xfrm>
          <a:prstGeom prst="rect">
            <a:avLst/>
          </a:prstGeom>
          <a:noFill/>
          <a:ln w="0">
            <a:noFill/>
          </a:ln>
        </p:spPr>
        <p:txBody>
          <a:bodyPr lIns="91440" tIns="91440" rIns="91440" bIns="91440" anchor="b">
            <a:normAutofit/>
          </a:bodyPr>
          <a:lstStyle/>
          <a:p>
            <a:pPr indent="0" algn="ctr">
              <a:lnSpc>
                <a:spcPct val="100000"/>
              </a:lnSpc>
              <a:buNone/>
              <a:tabLst>
                <a:tab pos="0" algn="l"/>
              </a:tabLst>
            </a:pPr>
            <a:r>
              <a:rPr lang="en-US" sz="4000" b="1" u="none" strike="noStrike">
                <a:solidFill>
                  <a:schemeClr val="dk1"/>
                </a:solidFill>
                <a:effectLst/>
                <a:uFillTx/>
                <a:latin typeface="Raleway"/>
                <a:ea typeface="Raleway"/>
              </a:rPr>
              <a:t>Conclusions </a:t>
            </a:r>
            <a:endParaRPr lang="fr-FR" sz="4000" b="0" u="none" strike="noStrike">
              <a:solidFill>
                <a:schemeClr val="dk1"/>
              </a:solidFill>
              <a:effectLst/>
              <a:uFillTx/>
              <a:latin typeface="Arial"/>
            </a:endParaRPr>
          </a:p>
        </p:txBody>
      </p:sp>
      <p:sp>
        <p:nvSpPr>
          <p:cNvPr id="159" name="PlaceHolder 2"/>
          <p:cNvSpPr>
            <a:spLocks noGrp="1"/>
          </p:cNvSpPr>
          <p:nvPr>
            <p:ph type="subTitle"/>
          </p:nvPr>
        </p:nvSpPr>
        <p:spPr>
          <a:xfrm>
            <a:off x="733080" y="1691100"/>
            <a:ext cx="7164600" cy="3101880"/>
          </a:xfrm>
          <a:prstGeom prst="rect">
            <a:avLst/>
          </a:prstGeom>
          <a:noFill/>
          <a:ln w="0">
            <a:noFill/>
          </a:ln>
        </p:spPr>
        <p:txBody>
          <a:bodyPr lIns="91440" tIns="91440" rIns="91440" bIns="91440" anchor="t">
            <a:noAutofit/>
          </a:bodyPr>
          <a:lstStyle/>
          <a:p>
            <a:pPr marL="285750" indent="-285750">
              <a:lnSpc>
                <a:spcPct val="270000"/>
              </a:lnSpc>
              <a:buFont typeface="Wingdings" panose="05000000000000000000" pitchFamily="2" charset="2"/>
              <a:buChar char="§"/>
              <a:tabLst>
                <a:tab pos="0" algn="l"/>
              </a:tabLst>
            </a:pPr>
            <a:r>
              <a:rPr lang="en-GB" sz="1400"/>
              <a:t>The project has models together with advanced data processing methods to work witht this problem. </a:t>
            </a:r>
          </a:p>
          <a:p>
            <a:pPr marL="285750" indent="-285750">
              <a:lnSpc>
                <a:spcPct val="270000"/>
              </a:lnSpc>
              <a:buFont typeface="Wingdings" panose="05000000000000000000" pitchFamily="2" charset="2"/>
              <a:buChar char="§"/>
              <a:tabLst>
                <a:tab pos="0" algn="l"/>
              </a:tabLst>
            </a:pPr>
            <a:r>
              <a:rPr lang="en-GB" sz="1400"/>
              <a:t>The Azure DevOps plan we created has work organization for our team</a:t>
            </a:r>
          </a:p>
          <a:p>
            <a:pPr marL="285750" indent="-285750">
              <a:lnSpc>
                <a:spcPct val="270000"/>
              </a:lnSpc>
              <a:buFont typeface="Wingdings" panose="05000000000000000000" pitchFamily="2" charset="2"/>
              <a:buChar char="§"/>
              <a:tabLst>
                <a:tab pos="0" algn="l"/>
              </a:tabLst>
            </a:pPr>
            <a:r>
              <a:rPr lang="en-GB" sz="1400" b="0" u="none" strike="noStrike">
                <a:solidFill>
                  <a:srgbClr val="000000"/>
                </a:solidFill>
                <a:effectLst/>
                <a:uFillTx/>
                <a:latin typeface="OpenSymbol"/>
              </a:rPr>
              <a:t>We clear on what to do and read</a:t>
            </a:r>
            <a:r>
              <a:rPr lang="en-GB" sz="1400">
                <a:solidFill>
                  <a:srgbClr val="000000"/>
                </a:solidFill>
                <a:latin typeface="OpenSymbol"/>
              </a:rPr>
              <a:t>y to continue </a:t>
            </a:r>
            <a:endParaRPr lang="en-US" sz="1400" b="0" u="none" strike="noStrike">
              <a:solidFill>
                <a:srgbClr val="000000"/>
              </a:solidFill>
              <a:effectLst/>
              <a:uFillTx/>
              <a:latin typeface="OpenSymbol"/>
            </a:endParaRPr>
          </a:p>
        </p:txBody>
      </p:sp>
      <p:grpSp>
        <p:nvGrpSpPr>
          <p:cNvPr id="160" name="Google Shape;224;p31"/>
          <p:cNvGrpSpPr/>
          <p:nvPr/>
        </p:nvGrpSpPr>
        <p:grpSpPr>
          <a:xfrm>
            <a:off x="7443720" y="83280"/>
            <a:ext cx="1666800" cy="1972800"/>
            <a:chOff x="6610320" y="1622520"/>
            <a:chExt cx="1666800" cy="1972800"/>
          </a:xfrm>
        </p:grpSpPr>
        <p:sp>
          <p:nvSpPr>
            <p:cNvPr id="161" name="Google Shape;225;p31"/>
            <p:cNvSpPr/>
            <p:nvPr/>
          </p:nvSpPr>
          <p:spPr>
            <a:xfrm>
              <a:off x="6937200" y="1622520"/>
              <a:ext cx="1339920" cy="1339920"/>
            </a:xfrm>
            <a:prstGeom prst="ellipse">
              <a:avLst/>
            </a:prstGeom>
            <a:noFill/>
            <a:ln w="9525">
              <a:solidFill>
                <a:srgbClr val="000000"/>
              </a:solidFill>
              <a:round/>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cxnSp>
          <p:nvCxnSpPr>
            <p:cNvPr id="162" name="Google Shape;226;p31"/>
            <p:cNvCxnSpPr/>
            <p:nvPr/>
          </p:nvCxnSpPr>
          <p:spPr>
            <a:xfrm flipV="1">
              <a:off x="6610320" y="2687760"/>
              <a:ext cx="907920" cy="907920"/>
            </a:xfrm>
            <a:prstGeom prst="straightConnector1">
              <a:avLst/>
            </a:prstGeom>
            <a:ln w="9525">
              <a:solidFill>
                <a:srgbClr val="000000"/>
              </a:solidFill>
              <a:round/>
            </a:ln>
          </p:spPr>
        </p:cxn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5D4C9-15C6-80AA-7146-25B7169A72FC}"/>
            </a:ext>
          </a:extLst>
        </p:cNvPr>
        <p:cNvGrpSpPr/>
        <p:nvPr/>
      </p:nvGrpSpPr>
      <p:grpSpPr>
        <a:xfrm>
          <a:off x="0" y="0"/>
          <a:ext cx="0" cy="0"/>
          <a:chOff x="0" y="0"/>
          <a:chExt cx="0" cy="0"/>
        </a:xfrm>
      </p:grpSpPr>
      <p:sp>
        <p:nvSpPr>
          <p:cNvPr id="158" name="PlaceHolder 1">
            <a:extLst>
              <a:ext uri="{FF2B5EF4-FFF2-40B4-BE49-F238E27FC236}">
                <a16:creationId xmlns:a16="http://schemas.microsoft.com/office/drawing/2014/main" id="{5158A961-0C9E-C3E1-64B0-F076E3B511EC}"/>
              </a:ext>
            </a:extLst>
          </p:cNvPr>
          <p:cNvSpPr>
            <a:spLocks noGrp="1"/>
          </p:cNvSpPr>
          <p:nvPr>
            <p:ph type="title"/>
          </p:nvPr>
        </p:nvSpPr>
        <p:spPr>
          <a:xfrm>
            <a:off x="1852560" y="1248030"/>
            <a:ext cx="4885920" cy="1323720"/>
          </a:xfrm>
          <a:prstGeom prst="rect">
            <a:avLst/>
          </a:prstGeom>
          <a:noFill/>
          <a:ln w="0">
            <a:noFill/>
          </a:ln>
        </p:spPr>
        <p:txBody>
          <a:bodyPr lIns="91440" tIns="91440" rIns="91440" bIns="91440" anchor="b">
            <a:normAutofit/>
          </a:bodyPr>
          <a:lstStyle/>
          <a:p>
            <a:pPr algn="ctr">
              <a:lnSpc>
                <a:spcPct val="100000"/>
              </a:lnSpc>
              <a:tabLst>
                <a:tab pos="0" algn="l"/>
              </a:tabLst>
            </a:pPr>
            <a:r>
              <a:rPr lang="en" sz="4000" b="1" u="none" strike="noStrike">
                <a:solidFill>
                  <a:schemeClr val="dk1"/>
                </a:solidFill>
                <a:effectLst/>
                <a:uFillTx/>
                <a:latin typeface="Raleway"/>
                <a:ea typeface="Raleway"/>
              </a:rPr>
              <a:t>Thanks!</a:t>
            </a:r>
            <a:endParaRPr lang="fr-FR" sz="4000" b="0" u="none" strike="noStrike">
              <a:solidFill>
                <a:schemeClr val="dk1"/>
              </a:solidFill>
              <a:effectLst/>
              <a:uFillTx/>
              <a:latin typeface="Arial"/>
            </a:endParaRPr>
          </a:p>
        </p:txBody>
      </p:sp>
      <p:sp>
        <p:nvSpPr>
          <p:cNvPr id="2" name="PlaceHolder 2">
            <a:extLst>
              <a:ext uri="{FF2B5EF4-FFF2-40B4-BE49-F238E27FC236}">
                <a16:creationId xmlns:a16="http://schemas.microsoft.com/office/drawing/2014/main" id="{87C472AF-5C72-EDA2-5B23-10A0B30B01C3}"/>
              </a:ext>
            </a:extLst>
          </p:cNvPr>
          <p:cNvSpPr txBox="1">
            <a:spLocks/>
          </p:cNvSpPr>
          <p:nvPr/>
        </p:nvSpPr>
        <p:spPr>
          <a:xfrm>
            <a:off x="2843100" y="3269356"/>
            <a:ext cx="2904840" cy="430887"/>
          </a:xfrm>
          <a:prstGeom prst="rect">
            <a:avLst/>
          </a:prstGeom>
          <a:noFill/>
          <a:ln w="0">
            <a:noFill/>
          </a:ln>
        </p:spPr>
        <p:txBody>
          <a:bodyPr lIns="91440" tIns="91440" rIns="91440" bIns="9144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 sz="1600" b="1">
                <a:solidFill>
                  <a:schemeClr val="dk1"/>
                </a:solidFill>
                <a:latin typeface="Open Sans"/>
                <a:ea typeface="Open Sans"/>
              </a:rPr>
              <a:t>Any questions?</a:t>
            </a:r>
            <a:endParaRPr lang="en-US" sz="1600">
              <a:solidFill>
                <a:srgbClr val="000000"/>
              </a:solidFill>
              <a:latin typeface="OpenSymbol"/>
            </a:endParaRPr>
          </a:p>
        </p:txBody>
      </p:sp>
    </p:spTree>
    <p:extLst>
      <p:ext uri="{BB962C8B-B14F-4D97-AF65-F5344CB8AC3E}">
        <p14:creationId xmlns:p14="http://schemas.microsoft.com/office/powerpoint/2010/main" val="2231839781"/>
      </p:ext>
    </p:extLst>
  </p:cSld>
  <p:clrMapOvr>
    <a:masterClrMapping/>
  </p:clrMapOvr>
</p:sld>
</file>

<file path=ppt/theme/theme1.xml><?xml version="1.0" encoding="utf-8"?>
<a:theme xmlns:a="http://schemas.openxmlformats.org/drawingml/2006/main" name="Profit and Loss Statement Consulting by Slidesgo">
  <a:themeElements>
    <a:clrScheme name="Simple Light">
      <a:dk1>
        <a:srgbClr val="000000"/>
      </a:dk1>
      <a:lt1>
        <a:srgbClr val="E9E9E9"/>
      </a:lt1>
      <a:dk2>
        <a:srgbClr val="514DA2"/>
      </a:dk2>
      <a:lt2>
        <a:srgbClr val="C597BE"/>
      </a:lt2>
      <a:accent1>
        <a:srgbClr val="E7BFBF"/>
      </a:accent1>
      <a:accent2>
        <a:srgbClr val="FFFFFF"/>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Profit and Loss Statement Consulting by Slidesgo">
  <a:themeElements>
    <a:clrScheme name="Simple Light">
      <a:dk1>
        <a:srgbClr val="000000"/>
      </a:dk1>
      <a:lt1>
        <a:srgbClr val="E9E9E9"/>
      </a:lt1>
      <a:dk2>
        <a:srgbClr val="514DA2"/>
      </a:dk2>
      <a:lt2>
        <a:srgbClr val="C597BE"/>
      </a:lt2>
      <a:accent1>
        <a:srgbClr val="E7BFBF"/>
      </a:accent1>
      <a:accent2>
        <a:srgbClr val="FFFFFF"/>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Profit and Loss Statement Consulting by Slidesgo">
  <a:themeElements>
    <a:clrScheme name="Simple Light">
      <a:dk1>
        <a:srgbClr val="000000"/>
      </a:dk1>
      <a:lt1>
        <a:srgbClr val="E9E9E9"/>
      </a:lt1>
      <a:dk2>
        <a:srgbClr val="514DA2"/>
      </a:dk2>
      <a:lt2>
        <a:srgbClr val="C597BE"/>
      </a:lt2>
      <a:accent1>
        <a:srgbClr val="E7BFBF"/>
      </a:accent1>
      <a:accent2>
        <a:srgbClr val="FFFFFF"/>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c366cc53-3f73-4d93-a985-08663f90958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1560CB144340C4391E7EFF7711BF60A" ma:contentTypeVersion="11" ma:contentTypeDescription="Create a new document." ma:contentTypeScope="" ma:versionID="d8bea0d58be1edfe4a8069151484db67">
  <xsd:schema xmlns:xsd="http://www.w3.org/2001/XMLSchema" xmlns:xs="http://www.w3.org/2001/XMLSchema" xmlns:p="http://schemas.microsoft.com/office/2006/metadata/properties" xmlns:ns3="c366cc53-3f73-4d93-a985-08663f909587" targetNamespace="http://schemas.microsoft.com/office/2006/metadata/properties" ma:root="true" ma:fieldsID="3d3f1ec2eeeb32ea44b4b22d6908cc6a" ns3:_="">
    <xsd:import namespace="c366cc53-3f73-4d93-a985-08663f909587"/>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_activity"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66cc53-3f73-4d93-a985-08663f90958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_activity" ma:index="17" nillable="true" ma:displayName="_activity" ma:hidden="true" ma:internalName="_activity">
      <xsd:simpleType>
        <xsd:restriction base="dms:Note"/>
      </xsd:simpleType>
    </xsd:element>
    <xsd:element name="MediaLengthInSeconds" ma:index="18"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0FABB1-D12E-4494-BEE3-C145906E1645}">
  <ds:schemaRefs>
    <ds:schemaRef ds:uri="c366cc53-3f73-4d93-a985-08663f90958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2145AF62-A41E-4658-BF59-DBA90DFE84E8}">
  <ds:schemaRefs>
    <ds:schemaRef ds:uri="http://schemas.microsoft.com/sharepoint/v3/contenttype/forms"/>
  </ds:schemaRefs>
</ds:datastoreItem>
</file>

<file path=customXml/itemProps3.xml><?xml version="1.0" encoding="utf-8"?>
<ds:datastoreItem xmlns:ds="http://schemas.openxmlformats.org/officeDocument/2006/customXml" ds:itemID="{1F4785A4-93A9-4920-B3DE-17B2EC9597C1}">
  <ds:schemaRefs>
    <ds:schemaRef ds:uri="c366cc53-3f73-4d93-a985-08663f90958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66317cb-e948-4e5f-8cec-dabc8e2fd5da}" enabled="0" method="" siteId="{766317cb-e948-4e5f-8cec-dabc8e2fd5da}" removed="1"/>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On-screen Show (16:9)</PresentationFormat>
  <Slides>12</Slides>
  <Notes>0</Notes>
  <HiddenSlides>0</HiddenSlides>
  <ScaleCrop>false</ScaleCrop>
  <HeadingPairs>
    <vt:vector size="4" baseType="variant">
      <vt:variant>
        <vt:lpstr>Theme</vt:lpstr>
      </vt:variant>
      <vt:variant>
        <vt:i4>4</vt:i4>
      </vt:variant>
      <vt:variant>
        <vt:lpstr>Slide Titles</vt:lpstr>
      </vt:variant>
      <vt:variant>
        <vt:i4>12</vt:i4>
      </vt:variant>
    </vt:vector>
  </HeadingPairs>
  <TitlesOfParts>
    <vt:vector size="16" baseType="lpstr">
      <vt:lpstr>Profit and Loss Statement Consulting by Slidesgo</vt:lpstr>
      <vt:lpstr>Profit and Loss Statement Consulting by Slidesgo</vt:lpstr>
      <vt:lpstr>Profit and Loss Statement Consulting by Slidesgo</vt:lpstr>
      <vt:lpstr>Slidesgo Final Pages</vt:lpstr>
      <vt:lpstr>Project Overview</vt:lpstr>
      <vt:lpstr>Introduction </vt:lpstr>
      <vt:lpstr>PowerPoint Presentation</vt:lpstr>
      <vt:lpstr>Challenge Definition</vt:lpstr>
      <vt:lpstr>PowerPoint Presentation</vt:lpstr>
      <vt:lpstr>Data Preparation Methods</vt:lpstr>
      <vt:lpstr>PowerPoint Presentation</vt:lpstr>
      <vt:lpstr>PowerPoint Presentation</vt:lpstr>
      <vt:lpstr>Dataset Sources per Team Member</vt:lpstr>
      <vt:lpstr>PowerPoint Presentation</vt:lpstr>
      <vt:lpstr>Conclusions </vt:lpstr>
      <vt:lpstr>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revision>1</cp:revision>
  <dcterms:modified xsi:type="dcterms:W3CDTF">2026-04-08T19:43:28Z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2026-02-11T18:54:59Z</dcterms:created>
  <dc:creator>Unknown Creator</dc:creator>
  <dc:description/>
  <dc:language>en-US</dc:language>
  <cp:lastModifiedBy>Unknown Creator</cp:lastModifiedBy>
  <dcterms:modified xsi:type="dcterms:W3CDTF">2026-02-11T18:54:59Z</dcterms:modified>
  <cp:revision>0</cp:revision>
  <dc:subject/>
  <dc:title>Untitled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0x01010011560CB144340C4391E7EFF7711BF60A</vt:lpwstr>
  </property>
</Properties>
</file>